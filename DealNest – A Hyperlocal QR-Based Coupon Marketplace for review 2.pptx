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3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2BD6CE-02EF-4FD4-B3EA-B5A3340A06B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883F7F6-F090-4E24-B70C-853A328BD04A}">
      <dgm:prSet/>
      <dgm:spPr/>
      <dgm:t>
        <a:bodyPr/>
        <a:lstStyle/>
        <a:p>
          <a:pPr>
            <a:defRPr cap="all"/>
          </a:pPr>
          <a:r>
            <a:rPr lang="en-US" b="0" i="0" baseline="0"/>
            <a:t>No college-focused hyperlocal coupon ecosystem</a:t>
          </a:r>
          <a:endParaRPr lang="en-US"/>
        </a:p>
      </dgm:t>
    </dgm:pt>
    <dgm:pt modelId="{6CFD8477-A387-4EE8-9235-11410A9B4EE9}" type="parTrans" cxnId="{CEC04F98-A06D-49BE-AE3F-5E0C1CF4C868}">
      <dgm:prSet/>
      <dgm:spPr/>
      <dgm:t>
        <a:bodyPr/>
        <a:lstStyle/>
        <a:p>
          <a:endParaRPr lang="en-US"/>
        </a:p>
      </dgm:t>
    </dgm:pt>
    <dgm:pt modelId="{E15196EA-6561-479C-83E4-F15E3E3A64F5}" type="sibTrans" cxnId="{CEC04F98-A06D-49BE-AE3F-5E0C1CF4C868}">
      <dgm:prSet/>
      <dgm:spPr/>
      <dgm:t>
        <a:bodyPr/>
        <a:lstStyle/>
        <a:p>
          <a:endParaRPr lang="en-US"/>
        </a:p>
      </dgm:t>
    </dgm:pt>
    <dgm:pt modelId="{0AC847DA-9C70-4D1F-909F-DB5228E8F472}">
      <dgm:prSet/>
      <dgm:spPr/>
      <dgm:t>
        <a:bodyPr/>
        <a:lstStyle/>
        <a:p>
          <a:pPr>
            <a:defRPr cap="all"/>
          </a:pPr>
          <a:r>
            <a:rPr lang="en-US" b="0" i="0" baseline="0"/>
            <a:t>Limited secure QR-based one-time redemption</a:t>
          </a:r>
          <a:endParaRPr lang="en-US"/>
        </a:p>
      </dgm:t>
    </dgm:pt>
    <dgm:pt modelId="{68891CF0-1222-416D-B44D-384FF51BFF4B}" type="parTrans" cxnId="{25474B94-EFCC-42ED-AC81-8166CF3BB2F1}">
      <dgm:prSet/>
      <dgm:spPr/>
      <dgm:t>
        <a:bodyPr/>
        <a:lstStyle/>
        <a:p>
          <a:endParaRPr lang="en-US"/>
        </a:p>
      </dgm:t>
    </dgm:pt>
    <dgm:pt modelId="{AE47B474-DA39-433D-8ABA-F36358667E0F}" type="sibTrans" cxnId="{25474B94-EFCC-42ED-AC81-8166CF3BB2F1}">
      <dgm:prSet/>
      <dgm:spPr/>
      <dgm:t>
        <a:bodyPr/>
        <a:lstStyle/>
        <a:p>
          <a:endParaRPr lang="en-US"/>
        </a:p>
      </dgm:t>
    </dgm:pt>
    <dgm:pt modelId="{95067714-3F05-4563-8E08-4BE706300ED0}">
      <dgm:prSet/>
      <dgm:spPr/>
      <dgm:t>
        <a:bodyPr/>
        <a:lstStyle/>
        <a:p>
          <a:pPr>
            <a:defRPr cap="all"/>
          </a:pPr>
          <a:r>
            <a:rPr lang="en-US" b="0" i="0" baseline="0"/>
            <a:t>Lack of merchant analytics for small businesses</a:t>
          </a:r>
          <a:endParaRPr lang="en-US"/>
        </a:p>
      </dgm:t>
    </dgm:pt>
    <dgm:pt modelId="{12A2F821-C786-4952-A071-717400DD6E41}" type="parTrans" cxnId="{6FC32F06-78BA-45F4-A330-AFCF71EDB901}">
      <dgm:prSet/>
      <dgm:spPr/>
      <dgm:t>
        <a:bodyPr/>
        <a:lstStyle/>
        <a:p>
          <a:endParaRPr lang="en-US"/>
        </a:p>
      </dgm:t>
    </dgm:pt>
    <dgm:pt modelId="{5F097AEE-8510-4D28-A5FB-AA65029DA844}" type="sibTrans" cxnId="{6FC32F06-78BA-45F4-A330-AFCF71EDB901}">
      <dgm:prSet/>
      <dgm:spPr/>
      <dgm:t>
        <a:bodyPr/>
        <a:lstStyle/>
        <a:p>
          <a:endParaRPr lang="en-US"/>
        </a:p>
      </dgm:t>
    </dgm:pt>
    <dgm:pt modelId="{7B060392-569D-43F6-A936-45A2925E5974}">
      <dgm:prSet/>
      <dgm:spPr/>
      <dgm:t>
        <a:bodyPr/>
        <a:lstStyle/>
        <a:p>
          <a:pPr>
            <a:defRPr cap="all"/>
          </a:pPr>
          <a:r>
            <a:rPr lang="en-US" b="0" i="0" baseline="0"/>
            <a:t>No simple commission model for micro-enterprises</a:t>
          </a:r>
          <a:endParaRPr lang="en-US"/>
        </a:p>
      </dgm:t>
    </dgm:pt>
    <dgm:pt modelId="{A06DABD7-6DDB-4585-8EDA-44E18944400A}" type="parTrans" cxnId="{9AEE43BD-FDE3-425F-81AD-C2A7EA441943}">
      <dgm:prSet/>
      <dgm:spPr/>
      <dgm:t>
        <a:bodyPr/>
        <a:lstStyle/>
        <a:p>
          <a:endParaRPr lang="en-US"/>
        </a:p>
      </dgm:t>
    </dgm:pt>
    <dgm:pt modelId="{A784D649-AE27-42F4-B474-0DE712AF6B84}" type="sibTrans" cxnId="{9AEE43BD-FDE3-425F-81AD-C2A7EA441943}">
      <dgm:prSet/>
      <dgm:spPr/>
      <dgm:t>
        <a:bodyPr/>
        <a:lstStyle/>
        <a:p>
          <a:endParaRPr lang="en-US"/>
        </a:p>
      </dgm:t>
    </dgm:pt>
    <dgm:pt modelId="{DA6B3A1D-2F07-4E8C-AC64-40462CB69EB4}">
      <dgm:prSet/>
      <dgm:spPr/>
      <dgm:t>
        <a:bodyPr/>
        <a:lstStyle/>
        <a:p>
          <a:pPr>
            <a:defRPr cap="all"/>
          </a:pPr>
          <a:r>
            <a:rPr lang="en-US" b="0" i="0" baseline="0"/>
            <a:t>Platforms focus on large cities or product-based e-commerce</a:t>
          </a:r>
          <a:endParaRPr lang="en-US"/>
        </a:p>
      </dgm:t>
    </dgm:pt>
    <dgm:pt modelId="{3B6A256F-6EB3-4D47-AA05-4ABBAD326C32}" type="parTrans" cxnId="{422C679F-E4EA-448A-80E4-65EA71ABDDF4}">
      <dgm:prSet/>
      <dgm:spPr/>
      <dgm:t>
        <a:bodyPr/>
        <a:lstStyle/>
        <a:p>
          <a:endParaRPr lang="en-US"/>
        </a:p>
      </dgm:t>
    </dgm:pt>
    <dgm:pt modelId="{3F7D2419-283C-4271-A981-A750C08E0864}" type="sibTrans" cxnId="{422C679F-E4EA-448A-80E4-65EA71ABDDF4}">
      <dgm:prSet/>
      <dgm:spPr/>
      <dgm:t>
        <a:bodyPr/>
        <a:lstStyle/>
        <a:p>
          <a:endParaRPr lang="en-US"/>
        </a:p>
      </dgm:t>
    </dgm:pt>
    <dgm:pt modelId="{6ADA2290-A5BF-4556-89BF-62AEF2A26514}">
      <dgm:prSet/>
      <dgm:spPr/>
      <dgm:t>
        <a:bodyPr/>
        <a:lstStyle/>
        <a:p>
          <a:pPr>
            <a:defRPr cap="all"/>
          </a:pPr>
          <a:r>
            <a:rPr lang="en-US" b="0" i="0" baseline="0"/>
            <a:t>No tightly controlled campus-centric ecosystem</a:t>
          </a:r>
          <a:endParaRPr lang="en-US"/>
        </a:p>
      </dgm:t>
    </dgm:pt>
    <dgm:pt modelId="{6432068C-BE7F-4F34-ABEE-7EB91D2D7CF8}" type="parTrans" cxnId="{F4E609AD-2C4E-496D-9321-141A0E37EF4E}">
      <dgm:prSet/>
      <dgm:spPr/>
      <dgm:t>
        <a:bodyPr/>
        <a:lstStyle/>
        <a:p>
          <a:endParaRPr lang="en-US"/>
        </a:p>
      </dgm:t>
    </dgm:pt>
    <dgm:pt modelId="{529DA58B-4F6F-40AE-90C0-927CDB644058}" type="sibTrans" cxnId="{F4E609AD-2C4E-496D-9321-141A0E37EF4E}">
      <dgm:prSet/>
      <dgm:spPr/>
      <dgm:t>
        <a:bodyPr/>
        <a:lstStyle/>
        <a:p>
          <a:endParaRPr lang="en-US"/>
        </a:p>
      </dgm:t>
    </dgm:pt>
    <dgm:pt modelId="{931910BC-CC75-425C-AD77-55AA4E732CD0}" type="pres">
      <dgm:prSet presAssocID="{002BD6CE-02EF-4FD4-B3EA-B5A3340A06B0}" presName="root" presStyleCnt="0">
        <dgm:presLayoutVars>
          <dgm:dir/>
          <dgm:resizeHandles val="exact"/>
        </dgm:presLayoutVars>
      </dgm:prSet>
      <dgm:spPr/>
    </dgm:pt>
    <dgm:pt modelId="{CA621888-63F1-4B7E-BCA2-D2CEA849924D}" type="pres">
      <dgm:prSet presAssocID="{D883F7F6-F090-4E24-B70C-853A328BD04A}" presName="compNode" presStyleCnt="0"/>
      <dgm:spPr/>
    </dgm:pt>
    <dgm:pt modelId="{DA6F10C1-F59E-42B6-848C-CBFD009EB5C3}" type="pres">
      <dgm:prSet presAssocID="{D883F7F6-F090-4E24-B70C-853A328BD04A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788748DD-AE31-4491-BF2F-F30129AD1636}" type="pres">
      <dgm:prSet presAssocID="{D883F7F6-F090-4E24-B70C-853A328BD04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EFACCABB-8A11-48D3-BE42-0A461449AAE7}" type="pres">
      <dgm:prSet presAssocID="{D883F7F6-F090-4E24-B70C-853A328BD04A}" presName="spaceRect" presStyleCnt="0"/>
      <dgm:spPr/>
    </dgm:pt>
    <dgm:pt modelId="{DF363943-2361-4D52-B4A0-7AF5ED153204}" type="pres">
      <dgm:prSet presAssocID="{D883F7F6-F090-4E24-B70C-853A328BD04A}" presName="textRect" presStyleLbl="revTx" presStyleIdx="0" presStyleCnt="6">
        <dgm:presLayoutVars>
          <dgm:chMax val="1"/>
          <dgm:chPref val="1"/>
        </dgm:presLayoutVars>
      </dgm:prSet>
      <dgm:spPr/>
    </dgm:pt>
    <dgm:pt modelId="{475E29C5-9727-46F3-823E-1EC47CEE9D5E}" type="pres">
      <dgm:prSet presAssocID="{E15196EA-6561-479C-83E4-F15E3E3A64F5}" presName="sibTrans" presStyleCnt="0"/>
      <dgm:spPr/>
    </dgm:pt>
    <dgm:pt modelId="{34A6C5BA-F2A1-4823-98D8-30E2DA84ABE6}" type="pres">
      <dgm:prSet presAssocID="{0AC847DA-9C70-4D1F-909F-DB5228E8F472}" presName="compNode" presStyleCnt="0"/>
      <dgm:spPr/>
    </dgm:pt>
    <dgm:pt modelId="{A88D5D9C-B4C7-4A64-9DF7-8ED30C90CC20}" type="pres">
      <dgm:prSet presAssocID="{0AC847DA-9C70-4D1F-909F-DB5228E8F472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65B61285-1C61-4BDE-B283-9A914787A132}" type="pres">
      <dgm:prSet presAssocID="{0AC847DA-9C70-4D1F-909F-DB5228E8F47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7E6991A-616E-4910-8A46-995A7EF95EE4}" type="pres">
      <dgm:prSet presAssocID="{0AC847DA-9C70-4D1F-909F-DB5228E8F472}" presName="spaceRect" presStyleCnt="0"/>
      <dgm:spPr/>
    </dgm:pt>
    <dgm:pt modelId="{A83B9B73-72C7-48AE-BD43-E7ABB5FD325D}" type="pres">
      <dgm:prSet presAssocID="{0AC847DA-9C70-4D1F-909F-DB5228E8F472}" presName="textRect" presStyleLbl="revTx" presStyleIdx="1" presStyleCnt="6">
        <dgm:presLayoutVars>
          <dgm:chMax val="1"/>
          <dgm:chPref val="1"/>
        </dgm:presLayoutVars>
      </dgm:prSet>
      <dgm:spPr/>
    </dgm:pt>
    <dgm:pt modelId="{76DE5E0D-9CD5-4BB6-905F-583A1D784F03}" type="pres">
      <dgm:prSet presAssocID="{AE47B474-DA39-433D-8ABA-F36358667E0F}" presName="sibTrans" presStyleCnt="0"/>
      <dgm:spPr/>
    </dgm:pt>
    <dgm:pt modelId="{2BA2E8FD-1A1E-4D63-81BB-4790E7CC6A87}" type="pres">
      <dgm:prSet presAssocID="{95067714-3F05-4563-8E08-4BE706300ED0}" presName="compNode" presStyleCnt="0"/>
      <dgm:spPr/>
    </dgm:pt>
    <dgm:pt modelId="{F659D7D8-AB48-4FA3-B163-F0272F696136}" type="pres">
      <dgm:prSet presAssocID="{95067714-3F05-4563-8E08-4BE706300ED0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0AF0C6D-1D4B-4341-B5D1-65E7FC451D16}" type="pres">
      <dgm:prSet presAssocID="{95067714-3F05-4563-8E08-4BE706300ED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5D2520BD-7237-4973-B42F-9DDF9C7300BD}" type="pres">
      <dgm:prSet presAssocID="{95067714-3F05-4563-8E08-4BE706300ED0}" presName="spaceRect" presStyleCnt="0"/>
      <dgm:spPr/>
    </dgm:pt>
    <dgm:pt modelId="{855DF037-CA11-4DF5-B139-9DE3B1BC425B}" type="pres">
      <dgm:prSet presAssocID="{95067714-3F05-4563-8E08-4BE706300ED0}" presName="textRect" presStyleLbl="revTx" presStyleIdx="2" presStyleCnt="6">
        <dgm:presLayoutVars>
          <dgm:chMax val="1"/>
          <dgm:chPref val="1"/>
        </dgm:presLayoutVars>
      </dgm:prSet>
      <dgm:spPr/>
    </dgm:pt>
    <dgm:pt modelId="{143BCC0E-575D-44FF-9F2B-6100EE7CC69C}" type="pres">
      <dgm:prSet presAssocID="{5F097AEE-8510-4D28-A5FB-AA65029DA844}" presName="sibTrans" presStyleCnt="0"/>
      <dgm:spPr/>
    </dgm:pt>
    <dgm:pt modelId="{001A7BA6-14F0-4133-B9E7-CF3BD06A15F7}" type="pres">
      <dgm:prSet presAssocID="{7B060392-569D-43F6-A936-45A2925E5974}" presName="compNode" presStyleCnt="0"/>
      <dgm:spPr/>
    </dgm:pt>
    <dgm:pt modelId="{78FCD971-C16A-415E-AAEC-2BCD296443C4}" type="pres">
      <dgm:prSet presAssocID="{7B060392-569D-43F6-A936-45A2925E5974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860D260-EE23-4E5B-952B-2F7AD3FA12F3}" type="pres">
      <dgm:prSet presAssocID="{7B060392-569D-43F6-A936-45A2925E597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BD69528A-6C21-45F6-B2AA-A63F01F9C29D}" type="pres">
      <dgm:prSet presAssocID="{7B060392-569D-43F6-A936-45A2925E5974}" presName="spaceRect" presStyleCnt="0"/>
      <dgm:spPr/>
    </dgm:pt>
    <dgm:pt modelId="{9506AB76-82C8-4CED-AB11-52AC04A90604}" type="pres">
      <dgm:prSet presAssocID="{7B060392-569D-43F6-A936-45A2925E5974}" presName="textRect" presStyleLbl="revTx" presStyleIdx="3" presStyleCnt="6">
        <dgm:presLayoutVars>
          <dgm:chMax val="1"/>
          <dgm:chPref val="1"/>
        </dgm:presLayoutVars>
      </dgm:prSet>
      <dgm:spPr/>
    </dgm:pt>
    <dgm:pt modelId="{1C02C12C-0484-4F8E-8DC7-68613CCDE705}" type="pres">
      <dgm:prSet presAssocID="{A784D649-AE27-42F4-B474-0DE712AF6B84}" presName="sibTrans" presStyleCnt="0"/>
      <dgm:spPr/>
    </dgm:pt>
    <dgm:pt modelId="{3092A6A8-ADB5-496D-AA60-6B16CE26EED0}" type="pres">
      <dgm:prSet presAssocID="{DA6B3A1D-2F07-4E8C-AC64-40462CB69EB4}" presName="compNode" presStyleCnt="0"/>
      <dgm:spPr/>
    </dgm:pt>
    <dgm:pt modelId="{ABA45177-8716-4AD3-9FE6-0572EAEDF938}" type="pres">
      <dgm:prSet presAssocID="{DA6B3A1D-2F07-4E8C-AC64-40462CB69EB4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B13E08A-4257-4C5C-8242-7892CED7B27B}" type="pres">
      <dgm:prSet presAssocID="{DA6B3A1D-2F07-4E8C-AC64-40462CB69EB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A468B3B4-045E-4881-9A42-7804C95EDC55}" type="pres">
      <dgm:prSet presAssocID="{DA6B3A1D-2F07-4E8C-AC64-40462CB69EB4}" presName="spaceRect" presStyleCnt="0"/>
      <dgm:spPr/>
    </dgm:pt>
    <dgm:pt modelId="{5D66B2CB-8026-429F-9911-3F30746A4238}" type="pres">
      <dgm:prSet presAssocID="{DA6B3A1D-2F07-4E8C-AC64-40462CB69EB4}" presName="textRect" presStyleLbl="revTx" presStyleIdx="4" presStyleCnt="6">
        <dgm:presLayoutVars>
          <dgm:chMax val="1"/>
          <dgm:chPref val="1"/>
        </dgm:presLayoutVars>
      </dgm:prSet>
      <dgm:spPr/>
    </dgm:pt>
    <dgm:pt modelId="{F2570B86-3586-44EB-8BED-02AC43446F7D}" type="pres">
      <dgm:prSet presAssocID="{3F7D2419-283C-4271-A981-A750C08E0864}" presName="sibTrans" presStyleCnt="0"/>
      <dgm:spPr/>
    </dgm:pt>
    <dgm:pt modelId="{5FB56BA8-66AC-4BD8-9B94-A334BE8E3663}" type="pres">
      <dgm:prSet presAssocID="{6ADA2290-A5BF-4556-89BF-62AEF2A26514}" presName="compNode" presStyleCnt="0"/>
      <dgm:spPr/>
    </dgm:pt>
    <dgm:pt modelId="{DAF0F7C2-9045-473D-AE48-35C97AEF470D}" type="pres">
      <dgm:prSet presAssocID="{6ADA2290-A5BF-4556-89BF-62AEF2A26514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5D42C1EA-F561-4ABA-8661-22E804104963}" type="pres">
      <dgm:prSet presAssocID="{6ADA2290-A5BF-4556-89BF-62AEF2A2651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BFD5A699-F49E-499E-BCB3-101CF715798F}" type="pres">
      <dgm:prSet presAssocID="{6ADA2290-A5BF-4556-89BF-62AEF2A26514}" presName="spaceRect" presStyleCnt="0"/>
      <dgm:spPr/>
    </dgm:pt>
    <dgm:pt modelId="{DA564135-0D16-4BFE-8306-E7DFD3BEC75E}" type="pres">
      <dgm:prSet presAssocID="{6ADA2290-A5BF-4556-89BF-62AEF2A2651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6FC32F06-78BA-45F4-A330-AFCF71EDB901}" srcId="{002BD6CE-02EF-4FD4-B3EA-B5A3340A06B0}" destId="{95067714-3F05-4563-8E08-4BE706300ED0}" srcOrd="2" destOrd="0" parTransId="{12A2F821-C786-4952-A071-717400DD6E41}" sibTransId="{5F097AEE-8510-4D28-A5FB-AA65029DA844}"/>
    <dgm:cxn modelId="{E3BAF929-CA46-424D-AC75-F476876D0CDF}" type="presOf" srcId="{D883F7F6-F090-4E24-B70C-853A328BD04A}" destId="{DF363943-2361-4D52-B4A0-7AF5ED153204}" srcOrd="0" destOrd="0" presId="urn:microsoft.com/office/officeart/2018/5/layout/IconLeafLabelList"/>
    <dgm:cxn modelId="{409A3782-4434-4377-8452-0C6F910631E1}" type="presOf" srcId="{0AC847DA-9C70-4D1F-909F-DB5228E8F472}" destId="{A83B9B73-72C7-48AE-BD43-E7ABB5FD325D}" srcOrd="0" destOrd="0" presId="urn:microsoft.com/office/officeart/2018/5/layout/IconLeafLabelList"/>
    <dgm:cxn modelId="{8B74BE89-AFB7-4F42-9CB2-953F1E0D9E3F}" type="presOf" srcId="{7B060392-569D-43F6-A936-45A2925E5974}" destId="{9506AB76-82C8-4CED-AB11-52AC04A90604}" srcOrd="0" destOrd="0" presId="urn:microsoft.com/office/officeart/2018/5/layout/IconLeafLabelList"/>
    <dgm:cxn modelId="{25474B94-EFCC-42ED-AC81-8166CF3BB2F1}" srcId="{002BD6CE-02EF-4FD4-B3EA-B5A3340A06B0}" destId="{0AC847DA-9C70-4D1F-909F-DB5228E8F472}" srcOrd="1" destOrd="0" parTransId="{68891CF0-1222-416D-B44D-384FF51BFF4B}" sibTransId="{AE47B474-DA39-433D-8ABA-F36358667E0F}"/>
    <dgm:cxn modelId="{CEC04F98-A06D-49BE-AE3F-5E0C1CF4C868}" srcId="{002BD6CE-02EF-4FD4-B3EA-B5A3340A06B0}" destId="{D883F7F6-F090-4E24-B70C-853A328BD04A}" srcOrd="0" destOrd="0" parTransId="{6CFD8477-A387-4EE8-9235-11410A9B4EE9}" sibTransId="{E15196EA-6561-479C-83E4-F15E3E3A64F5}"/>
    <dgm:cxn modelId="{422C679F-E4EA-448A-80E4-65EA71ABDDF4}" srcId="{002BD6CE-02EF-4FD4-B3EA-B5A3340A06B0}" destId="{DA6B3A1D-2F07-4E8C-AC64-40462CB69EB4}" srcOrd="4" destOrd="0" parTransId="{3B6A256F-6EB3-4D47-AA05-4ABBAD326C32}" sibTransId="{3F7D2419-283C-4271-A981-A750C08E0864}"/>
    <dgm:cxn modelId="{F4E609AD-2C4E-496D-9321-141A0E37EF4E}" srcId="{002BD6CE-02EF-4FD4-B3EA-B5A3340A06B0}" destId="{6ADA2290-A5BF-4556-89BF-62AEF2A26514}" srcOrd="5" destOrd="0" parTransId="{6432068C-BE7F-4F34-ABEE-7EB91D2D7CF8}" sibTransId="{529DA58B-4F6F-40AE-90C0-927CDB644058}"/>
    <dgm:cxn modelId="{64B427B4-4FDA-4349-B092-26B232E145FB}" type="presOf" srcId="{DA6B3A1D-2F07-4E8C-AC64-40462CB69EB4}" destId="{5D66B2CB-8026-429F-9911-3F30746A4238}" srcOrd="0" destOrd="0" presId="urn:microsoft.com/office/officeart/2018/5/layout/IconLeafLabelList"/>
    <dgm:cxn modelId="{9AEE43BD-FDE3-425F-81AD-C2A7EA441943}" srcId="{002BD6CE-02EF-4FD4-B3EA-B5A3340A06B0}" destId="{7B060392-569D-43F6-A936-45A2925E5974}" srcOrd="3" destOrd="0" parTransId="{A06DABD7-6DDB-4585-8EDA-44E18944400A}" sibTransId="{A784D649-AE27-42F4-B474-0DE712AF6B84}"/>
    <dgm:cxn modelId="{030C66ED-9EC0-4C23-A231-EFC83282289C}" type="presOf" srcId="{002BD6CE-02EF-4FD4-B3EA-B5A3340A06B0}" destId="{931910BC-CC75-425C-AD77-55AA4E732CD0}" srcOrd="0" destOrd="0" presId="urn:microsoft.com/office/officeart/2018/5/layout/IconLeafLabelList"/>
    <dgm:cxn modelId="{D72710F2-2995-45E0-A5EF-A9501203B645}" type="presOf" srcId="{6ADA2290-A5BF-4556-89BF-62AEF2A26514}" destId="{DA564135-0D16-4BFE-8306-E7DFD3BEC75E}" srcOrd="0" destOrd="0" presId="urn:microsoft.com/office/officeart/2018/5/layout/IconLeafLabelList"/>
    <dgm:cxn modelId="{8A73DAF7-6479-44CC-85A5-8E8EA237C0A9}" type="presOf" srcId="{95067714-3F05-4563-8E08-4BE706300ED0}" destId="{855DF037-CA11-4DF5-B139-9DE3B1BC425B}" srcOrd="0" destOrd="0" presId="urn:microsoft.com/office/officeart/2018/5/layout/IconLeafLabelList"/>
    <dgm:cxn modelId="{9F3770A1-286A-4412-B337-C8B602C78E89}" type="presParOf" srcId="{931910BC-CC75-425C-AD77-55AA4E732CD0}" destId="{CA621888-63F1-4B7E-BCA2-D2CEA849924D}" srcOrd="0" destOrd="0" presId="urn:microsoft.com/office/officeart/2018/5/layout/IconLeafLabelList"/>
    <dgm:cxn modelId="{AACFC878-5C8D-4F9B-A63F-F6DA279FD3A9}" type="presParOf" srcId="{CA621888-63F1-4B7E-BCA2-D2CEA849924D}" destId="{DA6F10C1-F59E-42B6-848C-CBFD009EB5C3}" srcOrd="0" destOrd="0" presId="urn:microsoft.com/office/officeart/2018/5/layout/IconLeafLabelList"/>
    <dgm:cxn modelId="{57F46C5F-FF93-4A7A-AF0F-09AAE64FEAF9}" type="presParOf" srcId="{CA621888-63F1-4B7E-BCA2-D2CEA849924D}" destId="{788748DD-AE31-4491-BF2F-F30129AD1636}" srcOrd="1" destOrd="0" presId="urn:microsoft.com/office/officeart/2018/5/layout/IconLeafLabelList"/>
    <dgm:cxn modelId="{9D7E00CA-6430-434D-8F73-221E42ADC5B6}" type="presParOf" srcId="{CA621888-63F1-4B7E-BCA2-D2CEA849924D}" destId="{EFACCABB-8A11-48D3-BE42-0A461449AAE7}" srcOrd="2" destOrd="0" presId="urn:microsoft.com/office/officeart/2018/5/layout/IconLeafLabelList"/>
    <dgm:cxn modelId="{4057EC94-50CB-4BE0-8A1E-1172B667D493}" type="presParOf" srcId="{CA621888-63F1-4B7E-BCA2-D2CEA849924D}" destId="{DF363943-2361-4D52-B4A0-7AF5ED153204}" srcOrd="3" destOrd="0" presId="urn:microsoft.com/office/officeart/2018/5/layout/IconLeafLabelList"/>
    <dgm:cxn modelId="{020ADC60-5A7F-4F01-A77C-C8B2DDB55054}" type="presParOf" srcId="{931910BC-CC75-425C-AD77-55AA4E732CD0}" destId="{475E29C5-9727-46F3-823E-1EC47CEE9D5E}" srcOrd="1" destOrd="0" presId="urn:microsoft.com/office/officeart/2018/5/layout/IconLeafLabelList"/>
    <dgm:cxn modelId="{0C742C30-9B84-47F0-9EA1-71914634D7AB}" type="presParOf" srcId="{931910BC-CC75-425C-AD77-55AA4E732CD0}" destId="{34A6C5BA-F2A1-4823-98D8-30E2DA84ABE6}" srcOrd="2" destOrd="0" presId="urn:microsoft.com/office/officeart/2018/5/layout/IconLeafLabelList"/>
    <dgm:cxn modelId="{C20E19F0-4D5A-48DA-AE77-F03474487122}" type="presParOf" srcId="{34A6C5BA-F2A1-4823-98D8-30E2DA84ABE6}" destId="{A88D5D9C-B4C7-4A64-9DF7-8ED30C90CC20}" srcOrd="0" destOrd="0" presId="urn:microsoft.com/office/officeart/2018/5/layout/IconLeafLabelList"/>
    <dgm:cxn modelId="{30D84993-809B-4A56-9944-904CD59BB5B8}" type="presParOf" srcId="{34A6C5BA-F2A1-4823-98D8-30E2DA84ABE6}" destId="{65B61285-1C61-4BDE-B283-9A914787A132}" srcOrd="1" destOrd="0" presId="urn:microsoft.com/office/officeart/2018/5/layout/IconLeafLabelList"/>
    <dgm:cxn modelId="{1106E43C-8813-41DA-9845-7832F8198D54}" type="presParOf" srcId="{34A6C5BA-F2A1-4823-98D8-30E2DA84ABE6}" destId="{37E6991A-616E-4910-8A46-995A7EF95EE4}" srcOrd="2" destOrd="0" presId="urn:microsoft.com/office/officeart/2018/5/layout/IconLeafLabelList"/>
    <dgm:cxn modelId="{C5EB16B1-8585-4D74-9E86-778A8DEF325F}" type="presParOf" srcId="{34A6C5BA-F2A1-4823-98D8-30E2DA84ABE6}" destId="{A83B9B73-72C7-48AE-BD43-E7ABB5FD325D}" srcOrd="3" destOrd="0" presId="urn:microsoft.com/office/officeart/2018/5/layout/IconLeafLabelList"/>
    <dgm:cxn modelId="{E69A22C1-966F-4109-9250-65BAD16E7E4D}" type="presParOf" srcId="{931910BC-CC75-425C-AD77-55AA4E732CD0}" destId="{76DE5E0D-9CD5-4BB6-905F-583A1D784F03}" srcOrd="3" destOrd="0" presId="urn:microsoft.com/office/officeart/2018/5/layout/IconLeafLabelList"/>
    <dgm:cxn modelId="{74B37790-113A-464B-B26B-076E25EA8810}" type="presParOf" srcId="{931910BC-CC75-425C-AD77-55AA4E732CD0}" destId="{2BA2E8FD-1A1E-4D63-81BB-4790E7CC6A87}" srcOrd="4" destOrd="0" presId="urn:microsoft.com/office/officeart/2018/5/layout/IconLeafLabelList"/>
    <dgm:cxn modelId="{2F38FA3B-D22A-46DD-ACB6-5F8DF0EE9861}" type="presParOf" srcId="{2BA2E8FD-1A1E-4D63-81BB-4790E7CC6A87}" destId="{F659D7D8-AB48-4FA3-B163-F0272F696136}" srcOrd="0" destOrd="0" presId="urn:microsoft.com/office/officeart/2018/5/layout/IconLeafLabelList"/>
    <dgm:cxn modelId="{F6A84C3F-F02C-4234-B531-8C02166A3259}" type="presParOf" srcId="{2BA2E8FD-1A1E-4D63-81BB-4790E7CC6A87}" destId="{20AF0C6D-1D4B-4341-B5D1-65E7FC451D16}" srcOrd="1" destOrd="0" presId="urn:microsoft.com/office/officeart/2018/5/layout/IconLeafLabelList"/>
    <dgm:cxn modelId="{58DB5978-25BF-47B4-ACCF-835A2C44B148}" type="presParOf" srcId="{2BA2E8FD-1A1E-4D63-81BB-4790E7CC6A87}" destId="{5D2520BD-7237-4973-B42F-9DDF9C7300BD}" srcOrd="2" destOrd="0" presId="urn:microsoft.com/office/officeart/2018/5/layout/IconLeafLabelList"/>
    <dgm:cxn modelId="{575CE5F1-BC3C-480C-AA52-9A7DDE89F4DF}" type="presParOf" srcId="{2BA2E8FD-1A1E-4D63-81BB-4790E7CC6A87}" destId="{855DF037-CA11-4DF5-B139-9DE3B1BC425B}" srcOrd="3" destOrd="0" presId="urn:microsoft.com/office/officeart/2018/5/layout/IconLeafLabelList"/>
    <dgm:cxn modelId="{3F1F3913-C761-453E-B20D-7D77F7365FFE}" type="presParOf" srcId="{931910BC-CC75-425C-AD77-55AA4E732CD0}" destId="{143BCC0E-575D-44FF-9F2B-6100EE7CC69C}" srcOrd="5" destOrd="0" presId="urn:microsoft.com/office/officeart/2018/5/layout/IconLeafLabelList"/>
    <dgm:cxn modelId="{B94055B2-D086-4E5E-A14E-0CB4FC1D84CA}" type="presParOf" srcId="{931910BC-CC75-425C-AD77-55AA4E732CD0}" destId="{001A7BA6-14F0-4133-B9E7-CF3BD06A15F7}" srcOrd="6" destOrd="0" presId="urn:microsoft.com/office/officeart/2018/5/layout/IconLeafLabelList"/>
    <dgm:cxn modelId="{B5BB257B-8C37-40E0-AF5E-AB19453364BF}" type="presParOf" srcId="{001A7BA6-14F0-4133-B9E7-CF3BD06A15F7}" destId="{78FCD971-C16A-415E-AAEC-2BCD296443C4}" srcOrd="0" destOrd="0" presId="urn:microsoft.com/office/officeart/2018/5/layout/IconLeafLabelList"/>
    <dgm:cxn modelId="{EC657997-124D-428B-9673-44C73A749DEE}" type="presParOf" srcId="{001A7BA6-14F0-4133-B9E7-CF3BD06A15F7}" destId="{0860D260-EE23-4E5B-952B-2F7AD3FA12F3}" srcOrd="1" destOrd="0" presId="urn:microsoft.com/office/officeart/2018/5/layout/IconLeafLabelList"/>
    <dgm:cxn modelId="{D86A4E76-48E9-4AFB-9D24-36FF26FA0857}" type="presParOf" srcId="{001A7BA6-14F0-4133-B9E7-CF3BD06A15F7}" destId="{BD69528A-6C21-45F6-B2AA-A63F01F9C29D}" srcOrd="2" destOrd="0" presId="urn:microsoft.com/office/officeart/2018/5/layout/IconLeafLabelList"/>
    <dgm:cxn modelId="{81CDD4D0-92C0-4F92-B785-61FA297FC4E8}" type="presParOf" srcId="{001A7BA6-14F0-4133-B9E7-CF3BD06A15F7}" destId="{9506AB76-82C8-4CED-AB11-52AC04A90604}" srcOrd="3" destOrd="0" presId="urn:microsoft.com/office/officeart/2018/5/layout/IconLeafLabelList"/>
    <dgm:cxn modelId="{E73367C9-1E27-452F-914A-680EB6C55D39}" type="presParOf" srcId="{931910BC-CC75-425C-AD77-55AA4E732CD0}" destId="{1C02C12C-0484-4F8E-8DC7-68613CCDE705}" srcOrd="7" destOrd="0" presId="urn:microsoft.com/office/officeart/2018/5/layout/IconLeafLabelList"/>
    <dgm:cxn modelId="{D98F46F9-C1EF-4DFC-9EE0-9AF329289D30}" type="presParOf" srcId="{931910BC-CC75-425C-AD77-55AA4E732CD0}" destId="{3092A6A8-ADB5-496D-AA60-6B16CE26EED0}" srcOrd="8" destOrd="0" presId="urn:microsoft.com/office/officeart/2018/5/layout/IconLeafLabelList"/>
    <dgm:cxn modelId="{35CDD381-96FD-4303-9298-7632052C8D3B}" type="presParOf" srcId="{3092A6A8-ADB5-496D-AA60-6B16CE26EED0}" destId="{ABA45177-8716-4AD3-9FE6-0572EAEDF938}" srcOrd="0" destOrd="0" presId="urn:microsoft.com/office/officeart/2018/5/layout/IconLeafLabelList"/>
    <dgm:cxn modelId="{9DDA0BE1-D0EC-4837-92EE-CC9938E87A40}" type="presParOf" srcId="{3092A6A8-ADB5-496D-AA60-6B16CE26EED0}" destId="{AB13E08A-4257-4C5C-8242-7892CED7B27B}" srcOrd="1" destOrd="0" presId="urn:microsoft.com/office/officeart/2018/5/layout/IconLeafLabelList"/>
    <dgm:cxn modelId="{BAAB7E5A-1DC6-43F8-AC91-901AB633C24D}" type="presParOf" srcId="{3092A6A8-ADB5-496D-AA60-6B16CE26EED0}" destId="{A468B3B4-045E-4881-9A42-7804C95EDC55}" srcOrd="2" destOrd="0" presId="urn:microsoft.com/office/officeart/2018/5/layout/IconLeafLabelList"/>
    <dgm:cxn modelId="{67698D42-F491-47BE-A712-6ACF18270FDB}" type="presParOf" srcId="{3092A6A8-ADB5-496D-AA60-6B16CE26EED0}" destId="{5D66B2CB-8026-429F-9911-3F30746A4238}" srcOrd="3" destOrd="0" presId="urn:microsoft.com/office/officeart/2018/5/layout/IconLeafLabelList"/>
    <dgm:cxn modelId="{85169772-D465-454C-8E2E-845F4D7CE667}" type="presParOf" srcId="{931910BC-CC75-425C-AD77-55AA4E732CD0}" destId="{F2570B86-3586-44EB-8BED-02AC43446F7D}" srcOrd="9" destOrd="0" presId="urn:microsoft.com/office/officeart/2018/5/layout/IconLeafLabelList"/>
    <dgm:cxn modelId="{50331264-DCA2-4582-A1BD-01D9AB8AEC0F}" type="presParOf" srcId="{931910BC-CC75-425C-AD77-55AA4E732CD0}" destId="{5FB56BA8-66AC-4BD8-9B94-A334BE8E3663}" srcOrd="10" destOrd="0" presId="urn:microsoft.com/office/officeart/2018/5/layout/IconLeafLabelList"/>
    <dgm:cxn modelId="{546FE2D9-11F2-401B-A9A2-DC1A5909077B}" type="presParOf" srcId="{5FB56BA8-66AC-4BD8-9B94-A334BE8E3663}" destId="{DAF0F7C2-9045-473D-AE48-35C97AEF470D}" srcOrd="0" destOrd="0" presId="urn:microsoft.com/office/officeart/2018/5/layout/IconLeafLabelList"/>
    <dgm:cxn modelId="{2B2D5E21-CF61-4A89-9A10-6A5BC5A9D0E6}" type="presParOf" srcId="{5FB56BA8-66AC-4BD8-9B94-A334BE8E3663}" destId="{5D42C1EA-F561-4ABA-8661-22E804104963}" srcOrd="1" destOrd="0" presId="urn:microsoft.com/office/officeart/2018/5/layout/IconLeafLabelList"/>
    <dgm:cxn modelId="{791D21D7-8F4D-4C02-ADF3-ABA9530931F1}" type="presParOf" srcId="{5FB56BA8-66AC-4BD8-9B94-A334BE8E3663}" destId="{BFD5A699-F49E-499E-BCB3-101CF715798F}" srcOrd="2" destOrd="0" presId="urn:microsoft.com/office/officeart/2018/5/layout/IconLeafLabelList"/>
    <dgm:cxn modelId="{212D1AA6-8999-49D8-A17D-9B9941FB6E0B}" type="presParOf" srcId="{5FB56BA8-66AC-4BD8-9B94-A334BE8E3663}" destId="{DA564135-0D16-4BFE-8306-E7DFD3BEC75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C5B24D-2548-4CBC-9B10-48411B216A3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C90745-630F-48B9-B765-DDC78B8976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College-focused hyperlocal coupon marketplace</a:t>
          </a:r>
          <a:endParaRPr lang="en-US"/>
        </a:p>
      </dgm:t>
    </dgm:pt>
    <dgm:pt modelId="{FDF1FFCD-DED9-4685-BFDC-FF4E693AEFEF}" type="parTrans" cxnId="{5077337D-E965-4E91-8B5A-0936D1523D69}">
      <dgm:prSet/>
      <dgm:spPr/>
      <dgm:t>
        <a:bodyPr/>
        <a:lstStyle/>
        <a:p>
          <a:endParaRPr lang="en-US"/>
        </a:p>
      </dgm:t>
    </dgm:pt>
    <dgm:pt modelId="{28F0BA79-88BA-42C0-8D8B-B00BC87A72A8}" type="sibTrans" cxnId="{5077337D-E965-4E91-8B5A-0936D1523D69}">
      <dgm:prSet/>
      <dgm:spPr/>
      <dgm:t>
        <a:bodyPr/>
        <a:lstStyle/>
        <a:p>
          <a:endParaRPr lang="en-US"/>
        </a:p>
      </dgm:t>
    </dgm:pt>
    <dgm:pt modelId="{609B991B-730A-45A4-83C7-63017E7D77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Secure QR-based one-time redemption</a:t>
          </a:r>
          <a:endParaRPr lang="en-US"/>
        </a:p>
      </dgm:t>
    </dgm:pt>
    <dgm:pt modelId="{A2B8E341-CBE5-46EB-88A2-1F9A4674E2A3}" type="parTrans" cxnId="{60F0B64F-5A52-485A-9D2B-680ACE7DFCE7}">
      <dgm:prSet/>
      <dgm:spPr/>
      <dgm:t>
        <a:bodyPr/>
        <a:lstStyle/>
        <a:p>
          <a:endParaRPr lang="en-US"/>
        </a:p>
      </dgm:t>
    </dgm:pt>
    <dgm:pt modelId="{ED201052-9546-44A5-A9C3-6798DCD7E68A}" type="sibTrans" cxnId="{60F0B64F-5A52-485A-9D2B-680ACE7DFCE7}">
      <dgm:prSet/>
      <dgm:spPr/>
      <dgm:t>
        <a:bodyPr/>
        <a:lstStyle/>
        <a:p>
          <a:endParaRPr lang="en-US"/>
        </a:p>
      </dgm:t>
    </dgm:pt>
    <dgm:pt modelId="{596343B6-A8F9-4DDE-9B1C-5DFC80351D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Verified merchant partnerships</a:t>
          </a:r>
          <a:endParaRPr lang="en-US"/>
        </a:p>
      </dgm:t>
    </dgm:pt>
    <dgm:pt modelId="{38587BB2-FC5E-44C0-954D-925CF4E16F9A}" type="parTrans" cxnId="{52D095B0-FAB8-4669-BE4E-3D18E351089B}">
      <dgm:prSet/>
      <dgm:spPr/>
      <dgm:t>
        <a:bodyPr/>
        <a:lstStyle/>
        <a:p>
          <a:endParaRPr lang="en-US"/>
        </a:p>
      </dgm:t>
    </dgm:pt>
    <dgm:pt modelId="{FFF03F9C-35E0-4CAC-A8A7-7CDFEE9EF7CB}" type="sibTrans" cxnId="{52D095B0-FAB8-4669-BE4E-3D18E351089B}">
      <dgm:prSet/>
      <dgm:spPr/>
      <dgm:t>
        <a:bodyPr/>
        <a:lstStyle/>
        <a:p>
          <a:endParaRPr lang="en-US"/>
        </a:p>
      </dgm:t>
    </dgm:pt>
    <dgm:pt modelId="{1455651B-678E-4125-9A99-9E19175B3A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Transparent commission-based model</a:t>
          </a:r>
          <a:endParaRPr lang="en-US"/>
        </a:p>
      </dgm:t>
    </dgm:pt>
    <dgm:pt modelId="{8D6F0E82-9485-4BDC-B0D6-557724BD25CD}" type="parTrans" cxnId="{DE839DFE-41A0-41F8-83E3-E370A376A6E9}">
      <dgm:prSet/>
      <dgm:spPr/>
      <dgm:t>
        <a:bodyPr/>
        <a:lstStyle/>
        <a:p>
          <a:endParaRPr lang="en-US"/>
        </a:p>
      </dgm:t>
    </dgm:pt>
    <dgm:pt modelId="{461D1C75-04E8-4426-B120-0EDD787B2343}" type="sibTrans" cxnId="{DE839DFE-41A0-41F8-83E3-E370A376A6E9}">
      <dgm:prSet/>
      <dgm:spPr/>
      <dgm:t>
        <a:bodyPr/>
        <a:lstStyle/>
        <a:p>
          <a:endParaRPr lang="en-US"/>
        </a:p>
      </dgm:t>
    </dgm:pt>
    <dgm:pt modelId="{F19C9633-1F3C-44CD-A9A2-51D0EE35D6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Analytics dashboard for local businesses</a:t>
          </a:r>
          <a:endParaRPr lang="en-US"/>
        </a:p>
      </dgm:t>
    </dgm:pt>
    <dgm:pt modelId="{9AF0031F-B180-48B5-9CF4-51B4598512BE}" type="parTrans" cxnId="{F0CDFA02-FFBF-4FBF-A8D2-D2BF4074FBCD}">
      <dgm:prSet/>
      <dgm:spPr/>
      <dgm:t>
        <a:bodyPr/>
        <a:lstStyle/>
        <a:p>
          <a:endParaRPr lang="en-US"/>
        </a:p>
      </dgm:t>
    </dgm:pt>
    <dgm:pt modelId="{29320B4A-323F-4EF9-9F15-343CCD7381B3}" type="sibTrans" cxnId="{F0CDFA02-FFBF-4FBF-A8D2-D2BF4074FBCD}">
      <dgm:prSet/>
      <dgm:spPr/>
      <dgm:t>
        <a:bodyPr/>
        <a:lstStyle/>
        <a:p>
          <a:endParaRPr lang="en-US"/>
        </a:p>
      </dgm:t>
    </dgm:pt>
    <dgm:pt modelId="{C63DA3C0-89A4-48A3-801B-E257DAA3C1C2}" type="pres">
      <dgm:prSet presAssocID="{A7C5B24D-2548-4CBC-9B10-48411B216A39}" presName="root" presStyleCnt="0">
        <dgm:presLayoutVars>
          <dgm:dir/>
          <dgm:resizeHandles val="exact"/>
        </dgm:presLayoutVars>
      </dgm:prSet>
      <dgm:spPr/>
    </dgm:pt>
    <dgm:pt modelId="{0D08E3B9-9496-4025-835D-8AC222E177F4}" type="pres">
      <dgm:prSet presAssocID="{29C90745-630F-48B9-B765-DDC78B897641}" presName="compNode" presStyleCnt="0"/>
      <dgm:spPr/>
    </dgm:pt>
    <dgm:pt modelId="{AA3469C5-ED03-46CD-BAE2-DA77438D37BC}" type="pres">
      <dgm:prSet presAssocID="{29C90745-630F-48B9-B765-DDC78B897641}" presName="bgRect" presStyleLbl="bgShp" presStyleIdx="0" presStyleCnt="5"/>
      <dgm:spPr/>
    </dgm:pt>
    <dgm:pt modelId="{3D8EA748-D601-4AF7-8278-C97F5F2FF9F3}" type="pres">
      <dgm:prSet presAssocID="{29C90745-630F-48B9-B765-DDC78B89764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DE00CE35-8AFB-40C4-A199-963E2C9FA64D}" type="pres">
      <dgm:prSet presAssocID="{29C90745-630F-48B9-B765-DDC78B897641}" presName="spaceRect" presStyleCnt="0"/>
      <dgm:spPr/>
    </dgm:pt>
    <dgm:pt modelId="{35A922D3-E34C-4096-8F1B-4634EA329583}" type="pres">
      <dgm:prSet presAssocID="{29C90745-630F-48B9-B765-DDC78B897641}" presName="parTx" presStyleLbl="revTx" presStyleIdx="0" presStyleCnt="5">
        <dgm:presLayoutVars>
          <dgm:chMax val="0"/>
          <dgm:chPref val="0"/>
        </dgm:presLayoutVars>
      </dgm:prSet>
      <dgm:spPr/>
    </dgm:pt>
    <dgm:pt modelId="{78B2B2A8-7DDA-46F9-8FC1-984E41C160DA}" type="pres">
      <dgm:prSet presAssocID="{28F0BA79-88BA-42C0-8D8B-B00BC87A72A8}" presName="sibTrans" presStyleCnt="0"/>
      <dgm:spPr/>
    </dgm:pt>
    <dgm:pt modelId="{90210DA4-1218-47DC-B9C5-B1DD5068AFB1}" type="pres">
      <dgm:prSet presAssocID="{609B991B-730A-45A4-83C7-63017E7D771F}" presName="compNode" presStyleCnt="0"/>
      <dgm:spPr/>
    </dgm:pt>
    <dgm:pt modelId="{EDD9D932-26C0-454A-AA06-8BF5905195FA}" type="pres">
      <dgm:prSet presAssocID="{609B991B-730A-45A4-83C7-63017E7D771F}" presName="bgRect" presStyleLbl="bgShp" presStyleIdx="1" presStyleCnt="5"/>
      <dgm:spPr/>
    </dgm:pt>
    <dgm:pt modelId="{B03C8D6C-1956-4E8F-A42E-50E69E1C30E4}" type="pres">
      <dgm:prSet presAssocID="{609B991B-730A-45A4-83C7-63017E7D771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78F26CD-666D-4581-97BC-0668F95E27F9}" type="pres">
      <dgm:prSet presAssocID="{609B991B-730A-45A4-83C7-63017E7D771F}" presName="spaceRect" presStyleCnt="0"/>
      <dgm:spPr/>
    </dgm:pt>
    <dgm:pt modelId="{168D932F-1064-4271-9296-DB9EB4BB6F23}" type="pres">
      <dgm:prSet presAssocID="{609B991B-730A-45A4-83C7-63017E7D771F}" presName="parTx" presStyleLbl="revTx" presStyleIdx="1" presStyleCnt="5">
        <dgm:presLayoutVars>
          <dgm:chMax val="0"/>
          <dgm:chPref val="0"/>
        </dgm:presLayoutVars>
      </dgm:prSet>
      <dgm:spPr/>
    </dgm:pt>
    <dgm:pt modelId="{47027BA9-0F11-491E-BD07-64E3A90BB843}" type="pres">
      <dgm:prSet presAssocID="{ED201052-9546-44A5-A9C3-6798DCD7E68A}" presName="sibTrans" presStyleCnt="0"/>
      <dgm:spPr/>
    </dgm:pt>
    <dgm:pt modelId="{43D79803-FEC6-4D9D-B881-78C6F4B5989C}" type="pres">
      <dgm:prSet presAssocID="{596343B6-A8F9-4DDE-9B1C-5DFC80351D69}" presName="compNode" presStyleCnt="0"/>
      <dgm:spPr/>
    </dgm:pt>
    <dgm:pt modelId="{EA500B77-FBF2-40DF-BBC1-A050673D31C4}" type="pres">
      <dgm:prSet presAssocID="{596343B6-A8F9-4DDE-9B1C-5DFC80351D69}" presName="bgRect" presStyleLbl="bgShp" presStyleIdx="2" presStyleCnt="5"/>
      <dgm:spPr/>
    </dgm:pt>
    <dgm:pt modelId="{71CBF3E5-B7D9-4549-9FDA-8E169BCA1BDF}" type="pres">
      <dgm:prSet presAssocID="{596343B6-A8F9-4DDE-9B1C-5DFC80351D6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349BEBF0-E547-49F1-BFE2-B589FD14FDA4}" type="pres">
      <dgm:prSet presAssocID="{596343B6-A8F9-4DDE-9B1C-5DFC80351D69}" presName="spaceRect" presStyleCnt="0"/>
      <dgm:spPr/>
    </dgm:pt>
    <dgm:pt modelId="{FB0FE4AD-8B2F-41F6-82D3-98B4415E2F8E}" type="pres">
      <dgm:prSet presAssocID="{596343B6-A8F9-4DDE-9B1C-5DFC80351D69}" presName="parTx" presStyleLbl="revTx" presStyleIdx="2" presStyleCnt="5">
        <dgm:presLayoutVars>
          <dgm:chMax val="0"/>
          <dgm:chPref val="0"/>
        </dgm:presLayoutVars>
      </dgm:prSet>
      <dgm:spPr/>
    </dgm:pt>
    <dgm:pt modelId="{CCC559C5-50B3-4D31-8B27-6B4A9581D310}" type="pres">
      <dgm:prSet presAssocID="{FFF03F9C-35E0-4CAC-A8A7-7CDFEE9EF7CB}" presName="sibTrans" presStyleCnt="0"/>
      <dgm:spPr/>
    </dgm:pt>
    <dgm:pt modelId="{1660CE37-EA48-484F-9DA1-5F15C6B87F60}" type="pres">
      <dgm:prSet presAssocID="{1455651B-678E-4125-9A99-9E19175B3A9D}" presName="compNode" presStyleCnt="0"/>
      <dgm:spPr/>
    </dgm:pt>
    <dgm:pt modelId="{47C33EEA-BFF8-453D-993F-5D72EBA1835D}" type="pres">
      <dgm:prSet presAssocID="{1455651B-678E-4125-9A99-9E19175B3A9D}" presName="bgRect" presStyleLbl="bgShp" presStyleIdx="3" presStyleCnt="5"/>
      <dgm:spPr/>
    </dgm:pt>
    <dgm:pt modelId="{1EDBCF05-F9AC-459F-9C21-849397CACDEE}" type="pres">
      <dgm:prSet presAssocID="{1455651B-678E-4125-9A99-9E19175B3A9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663E21E2-3667-4EF9-91C7-0456D407E01A}" type="pres">
      <dgm:prSet presAssocID="{1455651B-678E-4125-9A99-9E19175B3A9D}" presName="spaceRect" presStyleCnt="0"/>
      <dgm:spPr/>
    </dgm:pt>
    <dgm:pt modelId="{95AA59FE-9A58-4C1C-82EC-F543240AC3C7}" type="pres">
      <dgm:prSet presAssocID="{1455651B-678E-4125-9A99-9E19175B3A9D}" presName="parTx" presStyleLbl="revTx" presStyleIdx="3" presStyleCnt="5">
        <dgm:presLayoutVars>
          <dgm:chMax val="0"/>
          <dgm:chPref val="0"/>
        </dgm:presLayoutVars>
      </dgm:prSet>
      <dgm:spPr/>
    </dgm:pt>
    <dgm:pt modelId="{7C275174-B31C-4B41-B046-D76702B000B7}" type="pres">
      <dgm:prSet presAssocID="{461D1C75-04E8-4426-B120-0EDD787B2343}" presName="sibTrans" presStyleCnt="0"/>
      <dgm:spPr/>
    </dgm:pt>
    <dgm:pt modelId="{FF3B897F-A94D-42E6-A0C6-57C6008701AB}" type="pres">
      <dgm:prSet presAssocID="{F19C9633-1F3C-44CD-A9A2-51D0EE35D6CD}" presName="compNode" presStyleCnt="0"/>
      <dgm:spPr/>
    </dgm:pt>
    <dgm:pt modelId="{558CBB8B-56A2-4456-B8F9-9FD60D997E49}" type="pres">
      <dgm:prSet presAssocID="{F19C9633-1F3C-44CD-A9A2-51D0EE35D6CD}" presName="bgRect" presStyleLbl="bgShp" presStyleIdx="4" presStyleCnt="5"/>
      <dgm:spPr/>
    </dgm:pt>
    <dgm:pt modelId="{CA7DD8B3-D9B5-4108-A147-05BB9EE9C8AA}" type="pres">
      <dgm:prSet presAssocID="{F19C9633-1F3C-44CD-A9A2-51D0EE35D6C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F861B0F-1099-418E-8610-9CF6B027BD56}" type="pres">
      <dgm:prSet presAssocID="{F19C9633-1F3C-44CD-A9A2-51D0EE35D6CD}" presName="spaceRect" presStyleCnt="0"/>
      <dgm:spPr/>
    </dgm:pt>
    <dgm:pt modelId="{EF00A7AA-1679-4F6A-B183-2DEC2AD65F7A}" type="pres">
      <dgm:prSet presAssocID="{F19C9633-1F3C-44CD-A9A2-51D0EE35D6C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3D91800-35ED-4C02-A335-A2CEF47B6CBA}" type="presOf" srcId="{609B991B-730A-45A4-83C7-63017E7D771F}" destId="{168D932F-1064-4271-9296-DB9EB4BB6F23}" srcOrd="0" destOrd="0" presId="urn:microsoft.com/office/officeart/2018/2/layout/IconVerticalSolidList"/>
    <dgm:cxn modelId="{F0CDFA02-FFBF-4FBF-A8D2-D2BF4074FBCD}" srcId="{A7C5B24D-2548-4CBC-9B10-48411B216A39}" destId="{F19C9633-1F3C-44CD-A9A2-51D0EE35D6CD}" srcOrd="4" destOrd="0" parTransId="{9AF0031F-B180-48B5-9CF4-51B4598512BE}" sibTransId="{29320B4A-323F-4EF9-9F15-343CCD7381B3}"/>
    <dgm:cxn modelId="{EAC5971E-4761-499A-94F7-08322F39E885}" type="presOf" srcId="{A7C5B24D-2548-4CBC-9B10-48411B216A39}" destId="{C63DA3C0-89A4-48A3-801B-E257DAA3C1C2}" srcOrd="0" destOrd="0" presId="urn:microsoft.com/office/officeart/2018/2/layout/IconVerticalSolidList"/>
    <dgm:cxn modelId="{B236EE30-8F9F-405B-B094-DECA832BBA62}" type="presOf" srcId="{F19C9633-1F3C-44CD-A9A2-51D0EE35D6CD}" destId="{EF00A7AA-1679-4F6A-B183-2DEC2AD65F7A}" srcOrd="0" destOrd="0" presId="urn:microsoft.com/office/officeart/2018/2/layout/IconVerticalSolidList"/>
    <dgm:cxn modelId="{60F0B64F-5A52-485A-9D2B-680ACE7DFCE7}" srcId="{A7C5B24D-2548-4CBC-9B10-48411B216A39}" destId="{609B991B-730A-45A4-83C7-63017E7D771F}" srcOrd="1" destOrd="0" parTransId="{A2B8E341-CBE5-46EB-88A2-1F9A4674E2A3}" sibTransId="{ED201052-9546-44A5-A9C3-6798DCD7E68A}"/>
    <dgm:cxn modelId="{5077337D-E965-4E91-8B5A-0936D1523D69}" srcId="{A7C5B24D-2548-4CBC-9B10-48411B216A39}" destId="{29C90745-630F-48B9-B765-DDC78B897641}" srcOrd="0" destOrd="0" parTransId="{FDF1FFCD-DED9-4685-BFDC-FF4E693AEFEF}" sibTransId="{28F0BA79-88BA-42C0-8D8B-B00BC87A72A8}"/>
    <dgm:cxn modelId="{109A7DAF-6FF7-448D-84B3-1D2F7C0BF895}" type="presOf" srcId="{596343B6-A8F9-4DDE-9B1C-5DFC80351D69}" destId="{FB0FE4AD-8B2F-41F6-82D3-98B4415E2F8E}" srcOrd="0" destOrd="0" presId="urn:microsoft.com/office/officeart/2018/2/layout/IconVerticalSolidList"/>
    <dgm:cxn modelId="{52D095B0-FAB8-4669-BE4E-3D18E351089B}" srcId="{A7C5B24D-2548-4CBC-9B10-48411B216A39}" destId="{596343B6-A8F9-4DDE-9B1C-5DFC80351D69}" srcOrd="2" destOrd="0" parTransId="{38587BB2-FC5E-44C0-954D-925CF4E16F9A}" sibTransId="{FFF03F9C-35E0-4CAC-A8A7-7CDFEE9EF7CB}"/>
    <dgm:cxn modelId="{BB3EA5D9-45B4-4AAE-A375-548582A5CA7C}" type="presOf" srcId="{1455651B-678E-4125-9A99-9E19175B3A9D}" destId="{95AA59FE-9A58-4C1C-82EC-F543240AC3C7}" srcOrd="0" destOrd="0" presId="urn:microsoft.com/office/officeart/2018/2/layout/IconVerticalSolidList"/>
    <dgm:cxn modelId="{09DEDDF4-8549-4B64-9348-EE3BF28B9EC0}" type="presOf" srcId="{29C90745-630F-48B9-B765-DDC78B897641}" destId="{35A922D3-E34C-4096-8F1B-4634EA329583}" srcOrd="0" destOrd="0" presId="urn:microsoft.com/office/officeart/2018/2/layout/IconVerticalSolidList"/>
    <dgm:cxn modelId="{DE839DFE-41A0-41F8-83E3-E370A376A6E9}" srcId="{A7C5B24D-2548-4CBC-9B10-48411B216A39}" destId="{1455651B-678E-4125-9A99-9E19175B3A9D}" srcOrd="3" destOrd="0" parTransId="{8D6F0E82-9485-4BDC-B0D6-557724BD25CD}" sibTransId="{461D1C75-04E8-4426-B120-0EDD787B2343}"/>
    <dgm:cxn modelId="{0976540F-D0AD-4665-B7AA-DF7F0895D3AB}" type="presParOf" srcId="{C63DA3C0-89A4-48A3-801B-E257DAA3C1C2}" destId="{0D08E3B9-9496-4025-835D-8AC222E177F4}" srcOrd="0" destOrd="0" presId="urn:microsoft.com/office/officeart/2018/2/layout/IconVerticalSolidList"/>
    <dgm:cxn modelId="{8ED33EF5-73B0-4B2A-B763-271106362722}" type="presParOf" srcId="{0D08E3B9-9496-4025-835D-8AC222E177F4}" destId="{AA3469C5-ED03-46CD-BAE2-DA77438D37BC}" srcOrd="0" destOrd="0" presId="urn:microsoft.com/office/officeart/2018/2/layout/IconVerticalSolidList"/>
    <dgm:cxn modelId="{8926D1E0-A213-45FC-8EA0-2B0981780B75}" type="presParOf" srcId="{0D08E3B9-9496-4025-835D-8AC222E177F4}" destId="{3D8EA748-D601-4AF7-8278-C97F5F2FF9F3}" srcOrd="1" destOrd="0" presId="urn:microsoft.com/office/officeart/2018/2/layout/IconVerticalSolidList"/>
    <dgm:cxn modelId="{95C0B0CE-4DCD-4104-BC81-05C45A0616BC}" type="presParOf" srcId="{0D08E3B9-9496-4025-835D-8AC222E177F4}" destId="{DE00CE35-8AFB-40C4-A199-963E2C9FA64D}" srcOrd="2" destOrd="0" presId="urn:microsoft.com/office/officeart/2018/2/layout/IconVerticalSolidList"/>
    <dgm:cxn modelId="{63087E86-05DE-4C1A-BDAA-D29E10BC7C33}" type="presParOf" srcId="{0D08E3B9-9496-4025-835D-8AC222E177F4}" destId="{35A922D3-E34C-4096-8F1B-4634EA329583}" srcOrd="3" destOrd="0" presId="urn:microsoft.com/office/officeart/2018/2/layout/IconVerticalSolidList"/>
    <dgm:cxn modelId="{6920401C-3E20-41C6-B5E5-839AB7CFEF86}" type="presParOf" srcId="{C63DA3C0-89A4-48A3-801B-E257DAA3C1C2}" destId="{78B2B2A8-7DDA-46F9-8FC1-984E41C160DA}" srcOrd="1" destOrd="0" presId="urn:microsoft.com/office/officeart/2018/2/layout/IconVerticalSolidList"/>
    <dgm:cxn modelId="{F1820645-9B8F-4261-8DBF-297356D64BF4}" type="presParOf" srcId="{C63DA3C0-89A4-48A3-801B-E257DAA3C1C2}" destId="{90210DA4-1218-47DC-B9C5-B1DD5068AFB1}" srcOrd="2" destOrd="0" presId="urn:microsoft.com/office/officeart/2018/2/layout/IconVerticalSolidList"/>
    <dgm:cxn modelId="{BAAE33F3-BE94-4940-A468-1E4383E64DDF}" type="presParOf" srcId="{90210DA4-1218-47DC-B9C5-B1DD5068AFB1}" destId="{EDD9D932-26C0-454A-AA06-8BF5905195FA}" srcOrd="0" destOrd="0" presId="urn:microsoft.com/office/officeart/2018/2/layout/IconVerticalSolidList"/>
    <dgm:cxn modelId="{E0F3C919-41DD-4F69-89A2-BF717D94D112}" type="presParOf" srcId="{90210DA4-1218-47DC-B9C5-B1DD5068AFB1}" destId="{B03C8D6C-1956-4E8F-A42E-50E69E1C30E4}" srcOrd="1" destOrd="0" presId="urn:microsoft.com/office/officeart/2018/2/layout/IconVerticalSolidList"/>
    <dgm:cxn modelId="{487C471B-4DE3-47C8-861E-761F9F96426C}" type="presParOf" srcId="{90210DA4-1218-47DC-B9C5-B1DD5068AFB1}" destId="{178F26CD-666D-4581-97BC-0668F95E27F9}" srcOrd="2" destOrd="0" presId="urn:microsoft.com/office/officeart/2018/2/layout/IconVerticalSolidList"/>
    <dgm:cxn modelId="{417DB038-2ADB-4D3D-844B-6274FC292EDD}" type="presParOf" srcId="{90210DA4-1218-47DC-B9C5-B1DD5068AFB1}" destId="{168D932F-1064-4271-9296-DB9EB4BB6F23}" srcOrd="3" destOrd="0" presId="urn:microsoft.com/office/officeart/2018/2/layout/IconVerticalSolidList"/>
    <dgm:cxn modelId="{41AD5839-ECFB-44D4-9448-7AE85787BF38}" type="presParOf" srcId="{C63DA3C0-89A4-48A3-801B-E257DAA3C1C2}" destId="{47027BA9-0F11-491E-BD07-64E3A90BB843}" srcOrd="3" destOrd="0" presId="urn:microsoft.com/office/officeart/2018/2/layout/IconVerticalSolidList"/>
    <dgm:cxn modelId="{87D0DBAA-E9E2-4441-8269-3FD9FA9D9CC7}" type="presParOf" srcId="{C63DA3C0-89A4-48A3-801B-E257DAA3C1C2}" destId="{43D79803-FEC6-4D9D-B881-78C6F4B5989C}" srcOrd="4" destOrd="0" presId="urn:microsoft.com/office/officeart/2018/2/layout/IconVerticalSolidList"/>
    <dgm:cxn modelId="{0BA1B080-8326-44F9-BD3A-932BC0C26404}" type="presParOf" srcId="{43D79803-FEC6-4D9D-B881-78C6F4B5989C}" destId="{EA500B77-FBF2-40DF-BBC1-A050673D31C4}" srcOrd="0" destOrd="0" presId="urn:microsoft.com/office/officeart/2018/2/layout/IconVerticalSolidList"/>
    <dgm:cxn modelId="{DB5984C9-1A1A-4A1C-908C-3F77A8A7CDF9}" type="presParOf" srcId="{43D79803-FEC6-4D9D-B881-78C6F4B5989C}" destId="{71CBF3E5-B7D9-4549-9FDA-8E169BCA1BDF}" srcOrd="1" destOrd="0" presId="urn:microsoft.com/office/officeart/2018/2/layout/IconVerticalSolidList"/>
    <dgm:cxn modelId="{414F5AD8-B046-4F62-AA70-AF9F88BC792B}" type="presParOf" srcId="{43D79803-FEC6-4D9D-B881-78C6F4B5989C}" destId="{349BEBF0-E547-49F1-BFE2-B589FD14FDA4}" srcOrd="2" destOrd="0" presId="urn:microsoft.com/office/officeart/2018/2/layout/IconVerticalSolidList"/>
    <dgm:cxn modelId="{A65FA261-93A0-4170-9326-DDB9AD3C7782}" type="presParOf" srcId="{43D79803-FEC6-4D9D-B881-78C6F4B5989C}" destId="{FB0FE4AD-8B2F-41F6-82D3-98B4415E2F8E}" srcOrd="3" destOrd="0" presId="urn:microsoft.com/office/officeart/2018/2/layout/IconVerticalSolidList"/>
    <dgm:cxn modelId="{9EFBC105-E989-461F-9B19-54BE12EBDE56}" type="presParOf" srcId="{C63DA3C0-89A4-48A3-801B-E257DAA3C1C2}" destId="{CCC559C5-50B3-4D31-8B27-6B4A9581D310}" srcOrd="5" destOrd="0" presId="urn:microsoft.com/office/officeart/2018/2/layout/IconVerticalSolidList"/>
    <dgm:cxn modelId="{A5476F67-96A9-4FAB-A73B-7C3E92BFAD0C}" type="presParOf" srcId="{C63DA3C0-89A4-48A3-801B-E257DAA3C1C2}" destId="{1660CE37-EA48-484F-9DA1-5F15C6B87F60}" srcOrd="6" destOrd="0" presId="urn:microsoft.com/office/officeart/2018/2/layout/IconVerticalSolidList"/>
    <dgm:cxn modelId="{9259D8EB-F50D-4B56-BEC5-05B9746E9FA5}" type="presParOf" srcId="{1660CE37-EA48-484F-9DA1-5F15C6B87F60}" destId="{47C33EEA-BFF8-453D-993F-5D72EBA1835D}" srcOrd="0" destOrd="0" presId="urn:microsoft.com/office/officeart/2018/2/layout/IconVerticalSolidList"/>
    <dgm:cxn modelId="{14769A9D-37F3-4731-B2C6-F498045BD941}" type="presParOf" srcId="{1660CE37-EA48-484F-9DA1-5F15C6B87F60}" destId="{1EDBCF05-F9AC-459F-9C21-849397CACDEE}" srcOrd="1" destOrd="0" presId="urn:microsoft.com/office/officeart/2018/2/layout/IconVerticalSolidList"/>
    <dgm:cxn modelId="{914140DD-AAE9-4B0E-80F9-0779CE586651}" type="presParOf" srcId="{1660CE37-EA48-484F-9DA1-5F15C6B87F60}" destId="{663E21E2-3667-4EF9-91C7-0456D407E01A}" srcOrd="2" destOrd="0" presId="urn:microsoft.com/office/officeart/2018/2/layout/IconVerticalSolidList"/>
    <dgm:cxn modelId="{711EDB1E-7094-47E8-A970-964CA2976835}" type="presParOf" srcId="{1660CE37-EA48-484F-9DA1-5F15C6B87F60}" destId="{95AA59FE-9A58-4C1C-82EC-F543240AC3C7}" srcOrd="3" destOrd="0" presId="urn:microsoft.com/office/officeart/2018/2/layout/IconVerticalSolidList"/>
    <dgm:cxn modelId="{B4A2C76F-79CD-4FC9-9E39-4A5C96DC4523}" type="presParOf" srcId="{C63DA3C0-89A4-48A3-801B-E257DAA3C1C2}" destId="{7C275174-B31C-4B41-B046-D76702B000B7}" srcOrd="7" destOrd="0" presId="urn:microsoft.com/office/officeart/2018/2/layout/IconVerticalSolidList"/>
    <dgm:cxn modelId="{39DEB4D7-4D4E-467A-B7DA-3ABC6328AF6A}" type="presParOf" srcId="{C63DA3C0-89A4-48A3-801B-E257DAA3C1C2}" destId="{FF3B897F-A94D-42E6-A0C6-57C6008701AB}" srcOrd="8" destOrd="0" presId="urn:microsoft.com/office/officeart/2018/2/layout/IconVerticalSolidList"/>
    <dgm:cxn modelId="{D18BCAF3-E1D7-4E91-91D3-FB7A96391749}" type="presParOf" srcId="{FF3B897F-A94D-42E6-A0C6-57C6008701AB}" destId="{558CBB8B-56A2-4456-B8F9-9FD60D997E49}" srcOrd="0" destOrd="0" presId="urn:microsoft.com/office/officeart/2018/2/layout/IconVerticalSolidList"/>
    <dgm:cxn modelId="{F90A2B82-D217-41DA-B77C-C3648620AFBA}" type="presParOf" srcId="{FF3B897F-A94D-42E6-A0C6-57C6008701AB}" destId="{CA7DD8B3-D9B5-4108-A147-05BB9EE9C8AA}" srcOrd="1" destOrd="0" presId="urn:microsoft.com/office/officeart/2018/2/layout/IconVerticalSolidList"/>
    <dgm:cxn modelId="{379CD3F7-F501-4C68-94BE-1D3FB418CCA1}" type="presParOf" srcId="{FF3B897F-A94D-42E6-A0C6-57C6008701AB}" destId="{DF861B0F-1099-418E-8610-9CF6B027BD56}" srcOrd="2" destOrd="0" presId="urn:microsoft.com/office/officeart/2018/2/layout/IconVerticalSolidList"/>
    <dgm:cxn modelId="{63F12EC2-D017-4F46-823A-10D721825D80}" type="presParOf" srcId="{FF3B897F-A94D-42E6-A0C6-57C6008701AB}" destId="{EF00A7AA-1679-4F6A-B183-2DEC2AD65F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6F10C1-F59E-42B6-848C-CBFD009EB5C3}">
      <dsp:nvSpPr>
        <dsp:cNvPr id="0" name=""/>
        <dsp:cNvSpPr/>
      </dsp:nvSpPr>
      <dsp:spPr>
        <a:xfrm>
          <a:off x="340726" y="1199397"/>
          <a:ext cx="1049748" cy="104974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8748DD-AE31-4491-BF2F-F30129AD1636}">
      <dsp:nvSpPr>
        <dsp:cNvPr id="0" name=""/>
        <dsp:cNvSpPr/>
      </dsp:nvSpPr>
      <dsp:spPr>
        <a:xfrm>
          <a:off x="564443" y="1423114"/>
          <a:ext cx="602314" cy="6023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63943-2361-4D52-B4A0-7AF5ED153204}">
      <dsp:nvSpPr>
        <dsp:cNvPr id="0" name=""/>
        <dsp:cNvSpPr/>
      </dsp:nvSpPr>
      <dsp:spPr>
        <a:xfrm>
          <a:off x="5151" y="2576116"/>
          <a:ext cx="1720898" cy="688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No college-focused hyperlocal coupon ecosystem</a:t>
          </a:r>
          <a:endParaRPr lang="en-US" sz="1200" kern="1200"/>
        </a:p>
      </dsp:txBody>
      <dsp:txXfrm>
        <a:off x="5151" y="2576116"/>
        <a:ext cx="1720898" cy="688359"/>
      </dsp:txXfrm>
    </dsp:sp>
    <dsp:sp modelId="{A88D5D9C-B4C7-4A64-9DF7-8ED30C90CC20}">
      <dsp:nvSpPr>
        <dsp:cNvPr id="0" name=""/>
        <dsp:cNvSpPr/>
      </dsp:nvSpPr>
      <dsp:spPr>
        <a:xfrm>
          <a:off x="2362782" y="1199397"/>
          <a:ext cx="1049748" cy="104974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B61285-1C61-4BDE-B283-9A914787A132}">
      <dsp:nvSpPr>
        <dsp:cNvPr id="0" name=""/>
        <dsp:cNvSpPr/>
      </dsp:nvSpPr>
      <dsp:spPr>
        <a:xfrm>
          <a:off x="2586499" y="1423114"/>
          <a:ext cx="602314" cy="6023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B9B73-72C7-48AE-BD43-E7ABB5FD325D}">
      <dsp:nvSpPr>
        <dsp:cNvPr id="0" name=""/>
        <dsp:cNvSpPr/>
      </dsp:nvSpPr>
      <dsp:spPr>
        <a:xfrm>
          <a:off x="2027207" y="2576116"/>
          <a:ext cx="1720898" cy="688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Limited secure QR-based one-time redemption</a:t>
          </a:r>
          <a:endParaRPr lang="en-US" sz="1200" kern="1200"/>
        </a:p>
      </dsp:txBody>
      <dsp:txXfrm>
        <a:off x="2027207" y="2576116"/>
        <a:ext cx="1720898" cy="688359"/>
      </dsp:txXfrm>
    </dsp:sp>
    <dsp:sp modelId="{F659D7D8-AB48-4FA3-B163-F0272F696136}">
      <dsp:nvSpPr>
        <dsp:cNvPr id="0" name=""/>
        <dsp:cNvSpPr/>
      </dsp:nvSpPr>
      <dsp:spPr>
        <a:xfrm>
          <a:off x="4384838" y="1199397"/>
          <a:ext cx="1049748" cy="104974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F0C6D-1D4B-4341-B5D1-65E7FC451D16}">
      <dsp:nvSpPr>
        <dsp:cNvPr id="0" name=""/>
        <dsp:cNvSpPr/>
      </dsp:nvSpPr>
      <dsp:spPr>
        <a:xfrm>
          <a:off x="4608554" y="1423114"/>
          <a:ext cx="602314" cy="6023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DF037-CA11-4DF5-B139-9DE3B1BC425B}">
      <dsp:nvSpPr>
        <dsp:cNvPr id="0" name=""/>
        <dsp:cNvSpPr/>
      </dsp:nvSpPr>
      <dsp:spPr>
        <a:xfrm>
          <a:off x="4049262" y="2576116"/>
          <a:ext cx="1720898" cy="688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Lack of merchant analytics for small businesses</a:t>
          </a:r>
          <a:endParaRPr lang="en-US" sz="1200" kern="1200"/>
        </a:p>
      </dsp:txBody>
      <dsp:txXfrm>
        <a:off x="4049262" y="2576116"/>
        <a:ext cx="1720898" cy="688359"/>
      </dsp:txXfrm>
    </dsp:sp>
    <dsp:sp modelId="{78FCD971-C16A-415E-AAEC-2BCD296443C4}">
      <dsp:nvSpPr>
        <dsp:cNvPr id="0" name=""/>
        <dsp:cNvSpPr/>
      </dsp:nvSpPr>
      <dsp:spPr>
        <a:xfrm>
          <a:off x="6406893" y="1199397"/>
          <a:ext cx="1049748" cy="104974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60D260-EE23-4E5B-952B-2F7AD3FA12F3}">
      <dsp:nvSpPr>
        <dsp:cNvPr id="0" name=""/>
        <dsp:cNvSpPr/>
      </dsp:nvSpPr>
      <dsp:spPr>
        <a:xfrm>
          <a:off x="6630610" y="1423114"/>
          <a:ext cx="602314" cy="6023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6AB76-82C8-4CED-AB11-52AC04A90604}">
      <dsp:nvSpPr>
        <dsp:cNvPr id="0" name=""/>
        <dsp:cNvSpPr/>
      </dsp:nvSpPr>
      <dsp:spPr>
        <a:xfrm>
          <a:off x="6071318" y="2576116"/>
          <a:ext cx="1720898" cy="688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No simple commission model for micro-enterprises</a:t>
          </a:r>
          <a:endParaRPr lang="en-US" sz="1200" kern="1200"/>
        </a:p>
      </dsp:txBody>
      <dsp:txXfrm>
        <a:off x="6071318" y="2576116"/>
        <a:ext cx="1720898" cy="688359"/>
      </dsp:txXfrm>
    </dsp:sp>
    <dsp:sp modelId="{ABA45177-8716-4AD3-9FE6-0572EAEDF938}">
      <dsp:nvSpPr>
        <dsp:cNvPr id="0" name=""/>
        <dsp:cNvSpPr/>
      </dsp:nvSpPr>
      <dsp:spPr>
        <a:xfrm>
          <a:off x="8428949" y="1199397"/>
          <a:ext cx="1049748" cy="1049748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13E08A-4257-4C5C-8242-7892CED7B27B}">
      <dsp:nvSpPr>
        <dsp:cNvPr id="0" name=""/>
        <dsp:cNvSpPr/>
      </dsp:nvSpPr>
      <dsp:spPr>
        <a:xfrm>
          <a:off x="8652666" y="1423114"/>
          <a:ext cx="602314" cy="6023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66B2CB-8026-429F-9911-3F30746A4238}">
      <dsp:nvSpPr>
        <dsp:cNvPr id="0" name=""/>
        <dsp:cNvSpPr/>
      </dsp:nvSpPr>
      <dsp:spPr>
        <a:xfrm>
          <a:off x="8093374" y="2576116"/>
          <a:ext cx="1720898" cy="688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Platforms focus on large cities or product-based e-commerce</a:t>
          </a:r>
          <a:endParaRPr lang="en-US" sz="1200" kern="1200"/>
        </a:p>
      </dsp:txBody>
      <dsp:txXfrm>
        <a:off x="8093374" y="2576116"/>
        <a:ext cx="1720898" cy="688359"/>
      </dsp:txXfrm>
    </dsp:sp>
    <dsp:sp modelId="{DAF0F7C2-9045-473D-AE48-35C97AEF470D}">
      <dsp:nvSpPr>
        <dsp:cNvPr id="0" name=""/>
        <dsp:cNvSpPr/>
      </dsp:nvSpPr>
      <dsp:spPr>
        <a:xfrm>
          <a:off x="10451005" y="1199397"/>
          <a:ext cx="1049748" cy="104974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2C1EA-F561-4ABA-8661-22E804104963}">
      <dsp:nvSpPr>
        <dsp:cNvPr id="0" name=""/>
        <dsp:cNvSpPr/>
      </dsp:nvSpPr>
      <dsp:spPr>
        <a:xfrm>
          <a:off x="10674721" y="1423114"/>
          <a:ext cx="602314" cy="6023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64135-0D16-4BFE-8306-E7DFD3BEC75E}">
      <dsp:nvSpPr>
        <dsp:cNvPr id="0" name=""/>
        <dsp:cNvSpPr/>
      </dsp:nvSpPr>
      <dsp:spPr>
        <a:xfrm>
          <a:off x="10115429" y="2576116"/>
          <a:ext cx="1720898" cy="688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No tightly controlled campus-centric ecosystem</a:t>
          </a:r>
          <a:endParaRPr lang="en-US" sz="1200" kern="1200"/>
        </a:p>
      </dsp:txBody>
      <dsp:txXfrm>
        <a:off x="10115429" y="2576116"/>
        <a:ext cx="1720898" cy="6883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469C5-ED03-46CD-BAE2-DA77438D37BC}">
      <dsp:nvSpPr>
        <dsp:cNvPr id="0" name=""/>
        <dsp:cNvSpPr/>
      </dsp:nvSpPr>
      <dsp:spPr>
        <a:xfrm>
          <a:off x="0" y="2476"/>
          <a:ext cx="11317521" cy="5275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8EA748-D601-4AF7-8278-C97F5F2FF9F3}">
      <dsp:nvSpPr>
        <dsp:cNvPr id="0" name=""/>
        <dsp:cNvSpPr/>
      </dsp:nvSpPr>
      <dsp:spPr>
        <a:xfrm>
          <a:off x="159576" y="121169"/>
          <a:ext cx="290138" cy="2901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922D3-E34C-4096-8F1B-4634EA329583}">
      <dsp:nvSpPr>
        <dsp:cNvPr id="0" name=""/>
        <dsp:cNvSpPr/>
      </dsp:nvSpPr>
      <dsp:spPr>
        <a:xfrm>
          <a:off x="609290" y="2476"/>
          <a:ext cx="10708231" cy="527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30" tIns="55830" rIns="55830" bIns="558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College-focused hyperlocal coupon marketplace</a:t>
          </a:r>
          <a:endParaRPr lang="en-US" sz="1900" kern="1200"/>
        </a:p>
      </dsp:txBody>
      <dsp:txXfrm>
        <a:off x="609290" y="2476"/>
        <a:ext cx="10708231" cy="527524"/>
      </dsp:txXfrm>
    </dsp:sp>
    <dsp:sp modelId="{EDD9D932-26C0-454A-AA06-8BF5905195FA}">
      <dsp:nvSpPr>
        <dsp:cNvPr id="0" name=""/>
        <dsp:cNvSpPr/>
      </dsp:nvSpPr>
      <dsp:spPr>
        <a:xfrm>
          <a:off x="0" y="661881"/>
          <a:ext cx="11317521" cy="5275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3C8D6C-1956-4E8F-A42E-50E69E1C30E4}">
      <dsp:nvSpPr>
        <dsp:cNvPr id="0" name=""/>
        <dsp:cNvSpPr/>
      </dsp:nvSpPr>
      <dsp:spPr>
        <a:xfrm>
          <a:off x="159576" y="780574"/>
          <a:ext cx="290138" cy="2901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8D932F-1064-4271-9296-DB9EB4BB6F23}">
      <dsp:nvSpPr>
        <dsp:cNvPr id="0" name=""/>
        <dsp:cNvSpPr/>
      </dsp:nvSpPr>
      <dsp:spPr>
        <a:xfrm>
          <a:off x="609290" y="661881"/>
          <a:ext cx="10708231" cy="527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30" tIns="55830" rIns="55830" bIns="558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Secure QR-based one-time redemption</a:t>
          </a:r>
          <a:endParaRPr lang="en-US" sz="1900" kern="1200"/>
        </a:p>
      </dsp:txBody>
      <dsp:txXfrm>
        <a:off x="609290" y="661881"/>
        <a:ext cx="10708231" cy="527524"/>
      </dsp:txXfrm>
    </dsp:sp>
    <dsp:sp modelId="{EA500B77-FBF2-40DF-BBC1-A050673D31C4}">
      <dsp:nvSpPr>
        <dsp:cNvPr id="0" name=""/>
        <dsp:cNvSpPr/>
      </dsp:nvSpPr>
      <dsp:spPr>
        <a:xfrm>
          <a:off x="0" y="1321287"/>
          <a:ext cx="11317521" cy="5275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CBF3E5-B7D9-4549-9FDA-8E169BCA1BDF}">
      <dsp:nvSpPr>
        <dsp:cNvPr id="0" name=""/>
        <dsp:cNvSpPr/>
      </dsp:nvSpPr>
      <dsp:spPr>
        <a:xfrm>
          <a:off x="159576" y="1439980"/>
          <a:ext cx="290138" cy="2901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FE4AD-8B2F-41F6-82D3-98B4415E2F8E}">
      <dsp:nvSpPr>
        <dsp:cNvPr id="0" name=""/>
        <dsp:cNvSpPr/>
      </dsp:nvSpPr>
      <dsp:spPr>
        <a:xfrm>
          <a:off x="609290" y="1321287"/>
          <a:ext cx="10708231" cy="527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30" tIns="55830" rIns="55830" bIns="558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Verified merchant partnerships</a:t>
          </a:r>
          <a:endParaRPr lang="en-US" sz="1900" kern="1200"/>
        </a:p>
      </dsp:txBody>
      <dsp:txXfrm>
        <a:off x="609290" y="1321287"/>
        <a:ext cx="10708231" cy="527524"/>
      </dsp:txXfrm>
    </dsp:sp>
    <dsp:sp modelId="{47C33EEA-BFF8-453D-993F-5D72EBA1835D}">
      <dsp:nvSpPr>
        <dsp:cNvPr id="0" name=""/>
        <dsp:cNvSpPr/>
      </dsp:nvSpPr>
      <dsp:spPr>
        <a:xfrm>
          <a:off x="0" y="1980692"/>
          <a:ext cx="11317521" cy="5275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DBCF05-F9AC-459F-9C21-849397CACDEE}">
      <dsp:nvSpPr>
        <dsp:cNvPr id="0" name=""/>
        <dsp:cNvSpPr/>
      </dsp:nvSpPr>
      <dsp:spPr>
        <a:xfrm>
          <a:off x="159576" y="2099385"/>
          <a:ext cx="290138" cy="2901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A59FE-9A58-4C1C-82EC-F543240AC3C7}">
      <dsp:nvSpPr>
        <dsp:cNvPr id="0" name=""/>
        <dsp:cNvSpPr/>
      </dsp:nvSpPr>
      <dsp:spPr>
        <a:xfrm>
          <a:off x="609290" y="1980692"/>
          <a:ext cx="10708231" cy="527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30" tIns="55830" rIns="55830" bIns="558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Transparent commission-based model</a:t>
          </a:r>
          <a:endParaRPr lang="en-US" sz="1900" kern="1200"/>
        </a:p>
      </dsp:txBody>
      <dsp:txXfrm>
        <a:off x="609290" y="1980692"/>
        <a:ext cx="10708231" cy="527524"/>
      </dsp:txXfrm>
    </dsp:sp>
    <dsp:sp modelId="{558CBB8B-56A2-4456-B8F9-9FD60D997E49}">
      <dsp:nvSpPr>
        <dsp:cNvPr id="0" name=""/>
        <dsp:cNvSpPr/>
      </dsp:nvSpPr>
      <dsp:spPr>
        <a:xfrm>
          <a:off x="0" y="2640098"/>
          <a:ext cx="11317521" cy="5275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7DD8B3-D9B5-4108-A147-05BB9EE9C8AA}">
      <dsp:nvSpPr>
        <dsp:cNvPr id="0" name=""/>
        <dsp:cNvSpPr/>
      </dsp:nvSpPr>
      <dsp:spPr>
        <a:xfrm>
          <a:off x="159576" y="2758791"/>
          <a:ext cx="290138" cy="29013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00A7AA-1679-4F6A-B183-2DEC2AD65F7A}">
      <dsp:nvSpPr>
        <dsp:cNvPr id="0" name=""/>
        <dsp:cNvSpPr/>
      </dsp:nvSpPr>
      <dsp:spPr>
        <a:xfrm>
          <a:off x="609290" y="2640098"/>
          <a:ext cx="10708231" cy="527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30" tIns="55830" rIns="55830" bIns="558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Analytics dashboard for local businesses</a:t>
          </a:r>
          <a:endParaRPr lang="en-US" sz="1900" kern="1200"/>
        </a:p>
      </dsp:txBody>
      <dsp:txXfrm>
        <a:off x="609290" y="2640098"/>
        <a:ext cx="10708231" cy="5275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C1D35-3101-2757-B2DC-AD7C0192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172E2D-2F7D-491B-2C16-4337998A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18A39-7ED4-33B6-7B4F-72ABC9C0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B4B2-F2E2-4DBF-BCF6-0E5D9629F82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578DA-52F1-EB74-B00A-FBA7A7B8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F380C-638D-B18A-890C-D2E54460B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F85F-C05B-4D7A-8261-64EE0D4CF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90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223E4-4548-C65B-AD5C-E99B0841A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E4B19-6C0F-865F-CC82-61B0DA722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EE09D-EBD0-EB07-9BAE-030B78080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B4B2-F2E2-4DBF-BCF6-0E5D9629F82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71C0C-3D10-0A46-572A-604B366A6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F8D90-6685-499A-6CFF-3594C434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F85F-C05B-4D7A-8261-64EE0D4CF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098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8C3A-9CA0-621A-921B-7DDB5097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E9B48-CDE3-7B59-3B68-02C72DA7B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43C32-63E9-AB5F-3C84-84589D13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B4B2-F2E2-4DBF-BCF6-0E5D9629F82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E9D00-E0F4-F348-B127-B28DFF09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EE2B2-9219-74C0-7153-A2C525B3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F85F-C05B-4D7A-8261-64EE0D4CF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738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FEF2-DE04-CB66-D71C-F17320B9D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08DF6-1A88-9CBE-4D62-226AC9E9C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EC82B-4E94-8711-6ED2-5EDB59A40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80AEC-34A8-7377-83A3-535693C1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B4B2-F2E2-4DBF-BCF6-0E5D9629F82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A4913-543D-C20E-2D5D-40CD0BD6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D9955-FCD8-DCA3-023A-DDABC227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F85F-C05B-4D7A-8261-64EE0D4CF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855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DEE91-489F-5380-E70E-08B3F08E4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85B75-C039-5B98-90DF-CF6AC4C41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06352-5EC2-8473-395A-3D46D6E65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47338-035A-7501-7DA0-AA58FC60B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B1212-AAE4-FDFD-64AC-4A09D20EA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15E39D-697F-5F20-CA94-862F33DE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B4B2-F2E2-4DBF-BCF6-0E5D9629F82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F3151E-1148-A5AA-42AB-D44B982A7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4C9FFB-A9E4-E0F5-7990-300B843B2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F85F-C05B-4D7A-8261-64EE0D4CF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6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3415-E01A-BB61-C660-DC54FA174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EFA9DA-0384-4328-5229-4E35EF8D8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B4B2-F2E2-4DBF-BCF6-0E5D9629F82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66C38-784E-738A-B76B-9654317E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4855B-DDB2-F1C3-AB50-B5B3A6020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F85F-C05B-4D7A-8261-64EE0D4CF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429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2CF63-AD49-AD2D-A1C2-96C14278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B4B2-F2E2-4DBF-BCF6-0E5D9629F82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A0F52E-67E7-0C14-CA14-E391B1F3C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A6756-09AC-E5F0-30A0-8327EC43F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F85F-C05B-4D7A-8261-64EE0D4CF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40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5E124-FE1C-421B-5C84-0CE55913E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9E0F7-8093-4C0E-1F97-89D2735DE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775A7-BD6A-F3C5-AADF-1A92305C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9F647-3A57-BB53-BF69-DB40006F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B4B2-F2E2-4DBF-BCF6-0E5D9629F82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202A8-76A4-5AAB-56C0-96665873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7FE9F-794D-D159-E360-E80632AA4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F85F-C05B-4D7A-8261-64EE0D4CF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695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09617-AAE4-474D-E963-610CE104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6D0EE5-7ED4-4E2F-9B36-51740D1111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7FEDF-4264-759E-6571-A999AA396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23D4F-EF44-7CB5-14B0-F4E71CF11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B4B2-F2E2-4DBF-BCF6-0E5D9629F82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DB19D-577A-1C21-45A0-BA259897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E1882-F0CA-0C2F-95F1-1CE0ECBE2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F85F-C05B-4D7A-8261-64EE0D4CF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30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C6D22-32DF-AF5E-37E7-BD769FE99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8C06A-1285-F215-0221-2348E5F38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095E7-B50C-3606-368B-56622E1D5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B4B2-F2E2-4DBF-BCF6-0E5D9629F82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70D44-559F-9FF0-77B2-30158CFC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4B901-A1BF-B17A-1CF1-982D38C34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F85F-C05B-4D7A-8261-64EE0D4CF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84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3B3D45-72CA-F381-40DC-18A359E19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FB177D-2E97-4C6C-76C9-233024B04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5267F-E2EF-8D40-D7A1-F845C31CF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B4B2-F2E2-4DBF-BCF6-0E5D9629F82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E3091-0FF6-1C03-9452-BBE8A032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68B8E-768E-3290-DB98-85C0C58E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F85F-C05B-4D7A-8261-64EE0D4CF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70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839CFE-9AC9-452F-DF12-278FED8ED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FAB6F-A189-067B-5E34-E48BCBB78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5C762-3A58-817F-BE8A-22BB26633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4B4B2-F2E2-4DBF-BCF6-0E5D9629F82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8F6A7-EC7C-A450-6E32-87CAF861B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E7435-0E71-E2A4-4433-DAB170A7F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1F85F-C05B-4D7A-8261-64EE0D4CF0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57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79C55C-F4AD-909C-09CC-3F15146DF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0863" y="1708794"/>
            <a:ext cx="5957273" cy="2830198"/>
          </a:xfrm>
        </p:spPr>
        <p:txBody>
          <a:bodyPr anchor="t">
            <a:noAutofit/>
          </a:bodyPr>
          <a:lstStyle/>
          <a:p>
            <a:pPr algn="l"/>
            <a:r>
              <a:rPr lang="en-US" sz="4400" b="1" dirty="0" err="1">
                <a:solidFill>
                  <a:schemeClr val="tx2"/>
                </a:solidFill>
              </a:rPr>
              <a:t>DealNest</a:t>
            </a:r>
            <a:r>
              <a:rPr lang="en-US" sz="4400" b="1" dirty="0">
                <a:solidFill>
                  <a:schemeClr val="tx2"/>
                </a:solidFill>
              </a:rPr>
              <a:t> – A Hyperlocal QR-Based Coupon Marketplace for College Ecosystems</a:t>
            </a:r>
            <a:br>
              <a:rPr lang="en-US" sz="4400" b="1" dirty="0">
                <a:solidFill>
                  <a:schemeClr val="tx2"/>
                </a:solidFill>
              </a:rPr>
            </a:br>
            <a:endParaRPr lang="en-IN" sz="44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C28BC4-5FDC-D496-BBE0-E89C39113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5990" y="5537664"/>
            <a:ext cx="4805691" cy="838831"/>
          </a:xfrm>
        </p:spPr>
        <p:txBody>
          <a:bodyPr anchor="b">
            <a:noAutofit/>
          </a:bodyPr>
          <a:lstStyle/>
          <a:p>
            <a:pPr algn="l"/>
            <a:r>
              <a:rPr lang="en-US" sz="1800" dirty="0">
                <a:solidFill>
                  <a:schemeClr val="tx2"/>
                </a:solidFill>
              </a:rPr>
              <a:t>2410030245-vishnuchethana</a:t>
            </a:r>
          </a:p>
          <a:p>
            <a:pPr algn="l"/>
            <a:r>
              <a:rPr lang="en-US" sz="1800" dirty="0">
                <a:solidFill>
                  <a:schemeClr val="tx2"/>
                </a:solidFill>
              </a:rPr>
              <a:t>2410030248-swathi</a:t>
            </a:r>
          </a:p>
          <a:p>
            <a:pPr algn="l"/>
            <a:r>
              <a:rPr lang="en-US" sz="1800" dirty="0">
                <a:solidFill>
                  <a:schemeClr val="tx2"/>
                </a:solidFill>
              </a:rPr>
              <a:t>2410030249-Nikhila</a:t>
            </a:r>
          </a:p>
          <a:p>
            <a:pPr algn="l"/>
            <a:r>
              <a:rPr lang="en-US" sz="1800" dirty="0">
                <a:solidFill>
                  <a:schemeClr val="tx2"/>
                </a:solidFill>
              </a:rPr>
              <a:t>2410030348-bhavana</a:t>
            </a:r>
            <a:endParaRPr lang="en-IN" sz="1800" dirty="0">
              <a:solidFill>
                <a:schemeClr val="tx2"/>
              </a:solidFill>
            </a:endParaRPr>
          </a:p>
        </p:txBody>
      </p:sp>
      <p:pic>
        <p:nvPicPr>
          <p:cNvPr id="7" name="Graphic 6" descr="QR Code">
            <a:extLst>
              <a:ext uri="{FF2B5EF4-FFF2-40B4-BE49-F238E27FC236}">
                <a16:creationId xmlns:a16="http://schemas.microsoft.com/office/drawing/2014/main" id="{0FBAC1A7-76FB-6A21-1EAA-1C2E24F19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4DB62D-2543-EB97-56BD-56CF23FF990D}"/>
              </a:ext>
            </a:extLst>
          </p:cNvPr>
          <p:cNvSpPr txBox="1"/>
          <p:nvPr/>
        </p:nvSpPr>
        <p:spPr>
          <a:xfrm>
            <a:off x="18716" y="6088606"/>
            <a:ext cx="4507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Under the guidance of</a:t>
            </a:r>
          </a:p>
          <a:p>
            <a:r>
              <a:rPr lang="en-IN" b="1" dirty="0"/>
              <a:t>(Chiranjeevi sir &amp; Madhukar Sir)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626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516E10-8DAB-3FEF-991F-7374DBF32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Introduction</a:t>
            </a:r>
            <a:b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12EE9-14DF-BE87-D145-CFE9A1A53B79}"/>
              </a:ext>
            </a:extLst>
          </p:cNvPr>
          <p:cNvSpPr txBox="1"/>
          <p:nvPr/>
        </p:nvSpPr>
        <p:spPr>
          <a:xfrm>
            <a:off x="5805110" y="804672"/>
            <a:ext cx="558831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Digital coupon platforms and hyperlocal deal marketplaces have evolved significantly over the past decade. Several companies and research models provide insight into the feasibility, challenges, and sustainability of such systems.</a:t>
            </a:r>
          </a:p>
        </p:txBody>
      </p:sp>
    </p:spTree>
    <p:extLst>
      <p:ext uri="{BB962C8B-B14F-4D97-AF65-F5344CB8AC3E}">
        <p14:creationId xmlns:p14="http://schemas.microsoft.com/office/powerpoint/2010/main" val="2794495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759DF-A238-B23A-AA28-9E842D450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74362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Existing Platforms and Models</a:t>
            </a:r>
            <a:b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0F7923-4DD3-52F8-30F7-83B47FC5B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6756" y="105155"/>
            <a:ext cx="9350842" cy="65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6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9198A8-51CE-0BEE-5D14-1B184193B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IN" sz="3700" b="1">
                <a:solidFill>
                  <a:schemeClr val="tx2"/>
                </a:solidFill>
              </a:rPr>
              <a:t> RESEARCH GAP</a:t>
            </a:r>
            <a:br>
              <a:rPr lang="en-IN" sz="3700" b="1">
                <a:solidFill>
                  <a:schemeClr val="tx2"/>
                </a:solidFill>
              </a:rPr>
            </a:br>
            <a:endParaRPr lang="en-IN" sz="3700">
              <a:solidFill>
                <a:schemeClr val="tx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7A2E7BB-0EAA-A6AA-F785-FBE9E11A4E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009805"/>
              </p:ext>
            </p:extLst>
          </p:nvPr>
        </p:nvGraphicFramePr>
        <p:xfrm>
          <a:off x="173736" y="1591231"/>
          <a:ext cx="11841480" cy="4463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6870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1C40-17D5-6057-DEB0-B9A495BCE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0681"/>
            <a:ext cx="10515600" cy="1325563"/>
          </a:xfrm>
        </p:spPr>
        <p:txBody>
          <a:bodyPr/>
          <a:lstStyle/>
          <a:p>
            <a:r>
              <a:rPr lang="en-IN" b="1" dirty="0"/>
              <a:t> PROPOSED SOLUTION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08528FE-5FC7-AC88-08AE-A1EE521AA1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416244"/>
          <a:ext cx="11317522" cy="3170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0841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8BB8A-0915-7A14-3665-D6F09AAA3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IN" sz="3600" b="1">
                <a:solidFill>
                  <a:schemeClr val="tx2"/>
                </a:solidFill>
              </a:rPr>
              <a:t>IEEE-Style References</a:t>
            </a:r>
            <a:br>
              <a:rPr lang="en-IN" sz="3600" b="1">
                <a:solidFill>
                  <a:schemeClr val="tx2"/>
                </a:solidFill>
              </a:rPr>
            </a:br>
            <a:endParaRPr lang="en-IN" sz="360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E11B5-A55D-9C12-C985-4F602BB4D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en-IN" sz="1800">
                <a:solidFill>
                  <a:schemeClr val="tx2"/>
                </a:solidFill>
              </a:rPr>
              <a:t>[1] Groupon, </a:t>
            </a:r>
            <a:r>
              <a:rPr lang="en-IN" sz="1800" i="1">
                <a:solidFill>
                  <a:schemeClr val="tx2"/>
                </a:solidFill>
              </a:rPr>
              <a:t>Online group buying platform</a:t>
            </a:r>
            <a:r>
              <a:rPr lang="en-IN" sz="1800">
                <a:solidFill>
                  <a:schemeClr val="tx2"/>
                </a:solidFill>
              </a:rPr>
              <a:t>, 2008.</a:t>
            </a:r>
          </a:p>
          <a:p>
            <a:r>
              <a:rPr lang="en-IN" sz="1800">
                <a:solidFill>
                  <a:schemeClr val="tx2"/>
                </a:solidFill>
              </a:rPr>
              <a:t>[2] Magicpin, </a:t>
            </a:r>
            <a:r>
              <a:rPr lang="en-IN" sz="1800" i="1">
                <a:solidFill>
                  <a:schemeClr val="tx2"/>
                </a:solidFill>
              </a:rPr>
              <a:t>Hyperlocal rewards and deals platform</a:t>
            </a:r>
            <a:r>
              <a:rPr lang="en-IN" sz="1800">
                <a:solidFill>
                  <a:schemeClr val="tx2"/>
                </a:solidFill>
              </a:rPr>
              <a:t>, 2015.</a:t>
            </a:r>
          </a:p>
          <a:p>
            <a:r>
              <a:rPr lang="en-IN" sz="1800">
                <a:solidFill>
                  <a:schemeClr val="tx2"/>
                </a:solidFill>
              </a:rPr>
              <a:t>[3] Nearbuy, </a:t>
            </a:r>
            <a:r>
              <a:rPr lang="en-IN" sz="1800" i="1">
                <a:solidFill>
                  <a:schemeClr val="tx2"/>
                </a:solidFill>
              </a:rPr>
              <a:t>Local services discount marketplace</a:t>
            </a:r>
            <a:r>
              <a:rPr lang="en-IN" sz="1800">
                <a:solidFill>
                  <a:schemeClr val="tx2"/>
                </a:solidFill>
              </a:rPr>
              <a:t>, 2010.</a:t>
            </a:r>
          </a:p>
          <a:p>
            <a:r>
              <a:rPr lang="en-IN" sz="1800">
                <a:solidFill>
                  <a:schemeClr val="tx2"/>
                </a:solidFill>
              </a:rPr>
              <a:t>[4] Zomato Pro, </a:t>
            </a:r>
            <a:r>
              <a:rPr lang="en-IN" sz="1800" i="1">
                <a:solidFill>
                  <a:schemeClr val="tx2"/>
                </a:solidFill>
              </a:rPr>
              <a:t>Membership-based dining discount system</a:t>
            </a:r>
            <a:r>
              <a:rPr lang="en-IN" sz="1800">
                <a:solidFill>
                  <a:schemeClr val="tx2"/>
                </a:solidFill>
              </a:rPr>
              <a:t>, 2017.</a:t>
            </a:r>
          </a:p>
          <a:p>
            <a:r>
              <a:rPr lang="en-IN" sz="1800">
                <a:solidFill>
                  <a:schemeClr val="tx2"/>
                </a:solidFill>
              </a:rPr>
              <a:t>[5] Amazon, </a:t>
            </a:r>
            <a:r>
              <a:rPr lang="en-IN" sz="1800" i="1">
                <a:solidFill>
                  <a:schemeClr val="tx2"/>
                </a:solidFill>
              </a:rPr>
              <a:t>Integrated digital coupon system</a:t>
            </a:r>
            <a:r>
              <a:rPr lang="en-IN" sz="1800">
                <a:solidFill>
                  <a:schemeClr val="tx2"/>
                </a:solidFill>
              </a:rPr>
              <a:t>, 2011.</a:t>
            </a:r>
          </a:p>
          <a:p>
            <a:r>
              <a:rPr lang="en-IN" sz="1800">
                <a:solidFill>
                  <a:schemeClr val="tx2"/>
                </a:solidFill>
              </a:rPr>
              <a:t>[6] Ola Cabs, </a:t>
            </a:r>
            <a:r>
              <a:rPr lang="en-IN" sz="1800" i="1">
                <a:solidFill>
                  <a:schemeClr val="tx2"/>
                </a:solidFill>
              </a:rPr>
              <a:t>Two-sided commission-based marketplace model</a:t>
            </a:r>
            <a:r>
              <a:rPr lang="en-IN" sz="1800">
                <a:solidFill>
                  <a:schemeClr val="tx2"/>
                </a:solidFill>
              </a:rPr>
              <a:t>, 2010.</a:t>
            </a:r>
          </a:p>
          <a:p>
            <a:endParaRPr lang="en-IN" sz="180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123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208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DealNest – A Hyperlocal QR-Based Coupon Marketplace for College Ecosystems </vt:lpstr>
      <vt:lpstr>Introduction </vt:lpstr>
      <vt:lpstr>Existing Platforms and Models </vt:lpstr>
      <vt:lpstr> RESEARCH GAP </vt:lpstr>
      <vt:lpstr> PROPOSED SOLUTION </vt:lpstr>
      <vt:lpstr>IEEE-Style 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JOGIPARTHI VISHNUCHETHANA .</dc:creator>
  <cp:lastModifiedBy>JOGIPARTHI VISHNUCHETHANA .</cp:lastModifiedBy>
  <cp:revision>2</cp:revision>
  <dcterms:created xsi:type="dcterms:W3CDTF">2026-02-19T04:35:21Z</dcterms:created>
  <dcterms:modified xsi:type="dcterms:W3CDTF">2026-02-19T06:26:19Z</dcterms:modified>
</cp:coreProperties>
</file>